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31" roundtripDataSignature="AMtx7mguqpYkgnG9Z6J0K/p2JrShpheO/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customschemas.google.com/relationships/presentationmetadata" Target="metadata"/><Relationship Id="rId30" Type="http://schemas.openxmlformats.org/officeDocument/2006/relationships/slide" Target="slides/slide2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 name="Google Shape;26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 name="Google Shape;28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0" name="Google Shape;300;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9" name="Google Shape;309;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8" name="Google Shape;318;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h146793eb52bdf048_0_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7" name="Google Shape;327;h146793eb52bdf048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h146793eb52bdf048_0_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3" name="Google Shape;333;h146793eb52bdf048_0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h146793eb52bdf048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2" name="Google Shape;342;h146793eb52bdf048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h146793eb52bdf048_0_2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1" name="Google Shape;351;h146793eb52bdf048_0_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h146793eb52bdf048_0_3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0" name="Google Shape;360;h146793eb52bdf048_0_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h146793eb52bdf048_0_4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0" name="Google Shape;370;h146793eb52bdf048_0_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h146793eb52bdf048_0_5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9" name="Google Shape;379;h146793eb52bdf048_0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ítulo">
  <p:cSld name="1_Título">
    <p:spTree>
      <p:nvGrpSpPr>
        <p:cNvPr id="18" name="Shape 18"/>
        <p:cNvGrpSpPr/>
        <p:nvPr/>
      </p:nvGrpSpPr>
      <p:grpSpPr>
        <a:xfrm>
          <a:off x="0" y="0"/>
          <a:ext cx="0" cy="0"/>
          <a:chOff x="0" y="0"/>
          <a:chExt cx="0" cy="0"/>
        </a:xfrm>
      </p:grpSpPr>
      <p:sp>
        <p:nvSpPr>
          <p:cNvPr id="19" name="Google Shape;19;p20"/>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20" name="Google Shape;20;p20"/>
          <p:cNvSpPr/>
          <p:nvPr/>
        </p:nvSpPr>
        <p:spPr>
          <a:xfrm flipH="1" rot="10800000">
            <a:off x="0" y="0"/>
            <a:ext cx="12191999" cy="6858000"/>
          </a:xfrm>
          <a:prstGeom prst="rect">
            <a:avLst/>
          </a:prstGeom>
          <a:gradFill>
            <a:gsLst>
              <a:gs pos="0">
                <a:srgbClr val="DA002F">
                  <a:alpha val="74902"/>
                </a:srgbClr>
              </a:gs>
              <a:gs pos="100000">
                <a:srgbClr val="D54ECF">
                  <a:alpha val="47843"/>
                </a:srgbClr>
              </a:gs>
            </a:gsLst>
            <a:lin ang="13800001"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21" name="Google Shape;21;p20"/>
          <p:cNvSpPr/>
          <p:nvPr/>
        </p:nvSpPr>
        <p:spPr>
          <a:xfrm rot="10800000">
            <a:off x="-4" y="456773"/>
            <a:ext cx="12191999" cy="6400800"/>
          </a:xfrm>
          <a:prstGeom prst="rect">
            <a:avLst/>
          </a:prstGeom>
          <a:gradFill>
            <a:gsLst>
              <a:gs pos="0">
                <a:srgbClr val="DA002F">
                  <a:alpha val="36863"/>
                </a:srgbClr>
              </a:gs>
              <a:gs pos="92000">
                <a:srgbClr val="92248E">
                  <a:alpha val="74902"/>
                </a:srgbClr>
              </a:gs>
              <a:gs pos="100000">
                <a:srgbClr val="92248E">
                  <a:alpha val="74902"/>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22" name="Google Shape;22;p20"/>
          <p:cNvSpPr/>
          <p:nvPr/>
        </p:nvSpPr>
        <p:spPr>
          <a:xfrm flipH="1" rot="10800000">
            <a:off x="-2" y="0"/>
            <a:ext cx="6096001" cy="6858000"/>
          </a:xfrm>
          <a:prstGeom prst="rect">
            <a:avLst/>
          </a:prstGeom>
          <a:gradFill>
            <a:gsLst>
              <a:gs pos="0">
                <a:srgbClr val="92248E">
                  <a:alpha val="61176"/>
                </a:srgbClr>
              </a:gs>
              <a:gs pos="13000">
                <a:srgbClr val="92248E">
                  <a:alpha val="61176"/>
                </a:srgbClr>
              </a:gs>
              <a:gs pos="99000">
                <a:schemeClr val="accent4"/>
              </a:gs>
              <a:gs pos="100000">
                <a:schemeClr val="accent4"/>
              </a:gs>
            </a:gsLst>
            <a:lin ang="18000000" scaled="0"/>
          </a:gradFill>
          <a:ln>
            <a:noFill/>
          </a:ln>
        </p:spPr>
        <p:txBody>
          <a:bodyPr anchorCtr="0" anchor="ctr" bIns="45700" lIns="91425" spcFirstLastPara="1" rIns="91425" wrap="square" tIns="45700">
            <a:noAutofit/>
          </a:bodyPr>
          <a:lstStyle/>
          <a:p>
            <a:pPr indent="-171450" lvl="0" marL="28575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Avenir"/>
              <a:ea typeface="Avenir"/>
              <a:cs typeface="Avenir"/>
              <a:sym typeface="Avenir"/>
            </a:endParaRPr>
          </a:p>
        </p:txBody>
      </p:sp>
      <p:sp>
        <p:nvSpPr>
          <p:cNvPr id="23" name="Google Shape;23;p20"/>
          <p:cNvSpPr txBox="1"/>
          <p:nvPr>
            <p:ph type="ctrTitle"/>
          </p:nvPr>
        </p:nvSpPr>
        <p:spPr>
          <a:xfrm>
            <a:off x="782918" y="1028700"/>
            <a:ext cx="10614211" cy="1152712"/>
          </a:xfrm>
          <a:prstGeom prst="rect">
            <a:avLst/>
          </a:prstGeom>
          <a:noFill/>
          <a:ln>
            <a:noFill/>
          </a:ln>
        </p:spPr>
        <p:txBody>
          <a:bodyPr anchorCtr="0" anchor="b" bIns="0" lIns="0" spcFirstLastPara="1" rIns="0" wrap="square" tIns="0">
            <a:normAutofit/>
          </a:bodyPr>
          <a:lstStyle>
            <a:lvl1pPr lvl="0" algn="ctr">
              <a:lnSpc>
                <a:spcPct val="100000"/>
              </a:lnSpc>
              <a:spcBef>
                <a:spcPts val="0"/>
              </a:spcBef>
              <a:spcAft>
                <a:spcPts val="0"/>
              </a:spcAft>
              <a:buClr>
                <a:schemeClr val="lt1"/>
              </a:buClr>
              <a:buSzPts val="3600"/>
              <a:buFont typeface="Avenir"/>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20"/>
          <p:cNvSpPr/>
          <p:nvPr/>
        </p:nvSpPr>
        <p:spPr>
          <a:xfrm flipH="1" rot="-5400000">
            <a:off x="4063256" y="400727"/>
            <a:ext cx="4065484" cy="8849062"/>
          </a:xfrm>
          <a:custGeom>
            <a:rect b="b" l="l" r="r" t="t"/>
            <a:pathLst>
              <a:path extrusionOk="0" h="8849062" w="4065484">
                <a:moveTo>
                  <a:pt x="0" y="4424531"/>
                </a:moveTo>
                <a:cubicBezTo>
                  <a:pt x="0" y="6722831"/>
                  <a:pt x="1709076" y="8613167"/>
                  <a:pt x="3899197" y="8840480"/>
                </a:cubicBezTo>
                <a:lnTo>
                  <a:pt x="4065484" y="8849062"/>
                </a:lnTo>
                <a:lnTo>
                  <a:pt x="4065483" y="0"/>
                </a:lnTo>
                <a:lnTo>
                  <a:pt x="3899197" y="8581"/>
                </a:lnTo>
                <a:cubicBezTo>
                  <a:pt x="1709075" y="235897"/>
                  <a:pt x="0" y="2126232"/>
                  <a:pt x="0" y="4424531"/>
                </a:cubicBezTo>
                <a:close/>
              </a:path>
            </a:pathLst>
          </a:custGeom>
          <a:gradFill>
            <a:gsLst>
              <a:gs pos="0">
                <a:srgbClr val="FF9164">
                  <a:alpha val="3137"/>
                </a:srgbClr>
              </a:gs>
              <a:gs pos="7000">
                <a:srgbClr val="FF9164">
                  <a:alpha val="3137"/>
                </a:srgbClr>
              </a:gs>
              <a:gs pos="100000">
                <a:srgbClr val="FFFFFF">
                  <a:alpha val="16078"/>
                </a:srgbClr>
              </a:gs>
            </a:gsLst>
            <a:lin ang="6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25" name="Google Shape;25;p20"/>
          <p:cNvSpPr txBox="1"/>
          <p:nvPr>
            <p:ph idx="1" type="subTitle"/>
          </p:nvPr>
        </p:nvSpPr>
        <p:spPr>
          <a:xfrm>
            <a:off x="1524000" y="2408518"/>
            <a:ext cx="9144000" cy="609600"/>
          </a:xfrm>
          <a:prstGeom prst="rect">
            <a:avLst/>
          </a:prstGeom>
          <a:noFill/>
          <a:ln>
            <a:noFill/>
          </a:ln>
        </p:spPr>
        <p:txBody>
          <a:bodyPr anchorCtr="0" anchor="t" bIns="0" lIns="0" spcFirstLastPara="1" rIns="0" wrap="square" tIns="0">
            <a:normAutofit/>
          </a:bodyPr>
          <a:lstStyle>
            <a:lvl1pPr lvl="0" algn="ctr">
              <a:lnSpc>
                <a:spcPct val="120000"/>
              </a:lnSpc>
              <a:spcBef>
                <a:spcPts val="1000"/>
              </a:spcBef>
              <a:spcAft>
                <a:spcPts val="0"/>
              </a:spcAft>
              <a:buClr>
                <a:schemeClr val="lt1"/>
              </a:buClr>
              <a:buSzPts val="2000"/>
              <a:buNone/>
              <a:defRPr>
                <a:solidFill>
                  <a:schemeClr val="lt1"/>
                </a:solidFill>
              </a:defRPr>
            </a:lvl1pPr>
            <a:lvl2pPr lvl="1" algn="l">
              <a:lnSpc>
                <a:spcPct val="120000"/>
              </a:lnSpc>
              <a:spcBef>
                <a:spcPts val="500"/>
              </a:spcBef>
              <a:spcAft>
                <a:spcPts val="0"/>
              </a:spcAft>
              <a:buClr>
                <a:schemeClr val="dk1"/>
              </a:buClr>
              <a:buSzPts val="1800"/>
              <a:buChar char="•"/>
              <a:defRPr/>
            </a:lvl2pPr>
            <a:lvl3pPr lvl="2" algn="l">
              <a:lnSpc>
                <a:spcPct val="120000"/>
              </a:lnSpc>
              <a:spcBef>
                <a:spcPts val="500"/>
              </a:spcBef>
              <a:spcAft>
                <a:spcPts val="0"/>
              </a:spcAft>
              <a:buClr>
                <a:schemeClr val="dk1"/>
              </a:buClr>
              <a:buSzPts val="1800"/>
              <a:buChar char="•"/>
              <a:defRPr/>
            </a:lvl3pPr>
            <a:lvl4pPr lvl="3" algn="l">
              <a:lnSpc>
                <a:spcPct val="120000"/>
              </a:lnSpc>
              <a:spcBef>
                <a:spcPts val="500"/>
              </a:spcBef>
              <a:spcAft>
                <a:spcPts val="0"/>
              </a:spcAft>
              <a:buClr>
                <a:schemeClr val="dk1"/>
              </a:buClr>
              <a:buSzPts val="1800"/>
              <a:buChar char="•"/>
              <a:defRPr/>
            </a:lvl4pPr>
            <a:lvl5pPr lvl="4" algn="l">
              <a:lnSpc>
                <a:spcPct val="12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
        <p:nvSpPr>
          <p:cNvPr id="26" name="Google Shape;26;p20"/>
          <p:cNvSpPr/>
          <p:nvPr>
            <p:ph idx="2" type="pic"/>
          </p:nvPr>
        </p:nvSpPr>
        <p:spPr>
          <a:xfrm>
            <a:off x="2343302" y="3351746"/>
            <a:ext cx="7519558" cy="3506255"/>
          </a:xfrm>
          <a:prstGeom prst="rect">
            <a:avLst/>
          </a:prstGeom>
          <a:solidFill>
            <a:schemeClr val="accent6"/>
          </a:solid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Agenda">
  <p:cSld name="2_Agenda">
    <p:spTree>
      <p:nvGrpSpPr>
        <p:cNvPr id="27" name="Shape 27"/>
        <p:cNvGrpSpPr/>
        <p:nvPr/>
      </p:nvGrpSpPr>
      <p:grpSpPr>
        <a:xfrm>
          <a:off x="0" y="0"/>
          <a:ext cx="0" cy="0"/>
          <a:chOff x="0" y="0"/>
          <a:chExt cx="0" cy="0"/>
        </a:xfrm>
      </p:grpSpPr>
      <p:grpSp>
        <p:nvGrpSpPr>
          <p:cNvPr id="28" name="Google Shape;28;p21"/>
          <p:cNvGrpSpPr/>
          <p:nvPr/>
        </p:nvGrpSpPr>
        <p:grpSpPr>
          <a:xfrm>
            <a:off x="0" y="6409177"/>
            <a:ext cx="12192000" cy="456774"/>
            <a:chOff x="0" y="6401226"/>
            <a:chExt cx="12192000" cy="456774"/>
          </a:xfrm>
        </p:grpSpPr>
        <p:sp>
          <p:nvSpPr>
            <p:cNvPr id="29" name="Google Shape;29;p21"/>
            <p:cNvSpPr/>
            <p:nvPr/>
          </p:nvSpPr>
          <p:spPr>
            <a:xfrm flipH="1" rot="10800000">
              <a:off x="0" y="6401226"/>
              <a:ext cx="12192000" cy="456773"/>
            </a:xfrm>
            <a:prstGeom prst="rect">
              <a:avLst/>
            </a:prstGeom>
            <a:gradFill>
              <a:gsLst>
                <a:gs pos="0">
                  <a:srgbClr val="FE4A00">
                    <a:alpha val="27843"/>
                  </a:srgbClr>
                </a:gs>
                <a:gs pos="14000">
                  <a:srgbClr val="FE4A00">
                    <a:alpha val="27843"/>
                  </a:srgbClr>
                </a:gs>
                <a:gs pos="100000">
                  <a:srgbClr val="DA002F">
                    <a:alpha val="85098"/>
                  </a:srgbClr>
                </a:gs>
              </a:gsLst>
              <a:lin ang="6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30" name="Google Shape;30;p21"/>
            <p:cNvSpPr/>
            <p:nvPr/>
          </p:nvSpPr>
          <p:spPr>
            <a:xfrm flipH="1">
              <a:off x="4038602" y="6401228"/>
              <a:ext cx="8153398" cy="456772"/>
            </a:xfrm>
            <a:prstGeom prst="rect">
              <a:avLst/>
            </a:prstGeom>
            <a:gradFill>
              <a:gsLst>
                <a:gs pos="0">
                  <a:srgbClr val="D85FD4">
                    <a:alpha val="54902"/>
                  </a:srgbClr>
                </a:gs>
                <a:gs pos="9000">
                  <a:srgbClr val="D85FD4">
                    <a:alpha val="54902"/>
                  </a:srgbClr>
                </a:gs>
                <a:gs pos="99000">
                  <a:schemeClr val="accent2"/>
                </a:gs>
                <a:gs pos="100000">
                  <a:schemeClr val="accent2"/>
                </a:gs>
              </a:gsLst>
              <a:lin ang="14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grpSp>
      <p:sp>
        <p:nvSpPr>
          <p:cNvPr id="31" name="Google Shape;31;p21"/>
          <p:cNvSpPr/>
          <p:nvPr/>
        </p:nvSpPr>
        <p:spPr>
          <a:xfrm flipH="1" rot="-5400000">
            <a:off x="-1184687" y="1185453"/>
            <a:ext cx="6408742" cy="4037835"/>
          </a:xfrm>
          <a:prstGeom prst="rect">
            <a:avLst/>
          </a:prstGeom>
          <a:gradFill>
            <a:gsLst>
              <a:gs pos="0">
                <a:schemeClr val="accent6"/>
              </a:gs>
              <a:gs pos="8000">
                <a:schemeClr val="accent6"/>
              </a:gs>
              <a:gs pos="100000">
                <a:srgbClr val="DA002F">
                  <a:alpha val="89020"/>
                </a:srgbClr>
              </a:gs>
            </a:gsLst>
            <a:lin ang="3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32" name="Google Shape;32;p21"/>
          <p:cNvSpPr/>
          <p:nvPr/>
        </p:nvSpPr>
        <p:spPr>
          <a:xfrm flipH="1" rot="-5400000">
            <a:off x="1043780" y="3413921"/>
            <a:ext cx="1951041" cy="4038601"/>
          </a:xfrm>
          <a:prstGeom prst="rect">
            <a:avLst/>
          </a:prstGeom>
          <a:gradFill>
            <a:gsLst>
              <a:gs pos="0">
                <a:srgbClr val="FE4F74">
                  <a:alpha val="0"/>
                </a:srgbClr>
              </a:gs>
              <a:gs pos="99000">
                <a:schemeClr val="accent2"/>
              </a:gs>
              <a:gs pos="100000">
                <a:schemeClr val="accent2"/>
              </a:gs>
            </a:gsLst>
            <a:lin ang="36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33" name="Google Shape;33;p21"/>
          <p:cNvSpPr/>
          <p:nvPr/>
        </p:nvSpPr>
        <p:spPr>
          <a:xfrm rot="-964587">
            <a:off x="-364225" y="1757079"/>
            <a:ext cx="3900087" cy="4178958"/>
          </a:xfrm>
          <a:custGeom>
            <a:rect b="b" l="l" r="r" t="t"/>
            <a:pathLst>
              <a:path extrusionOk="0" h="4178958" w="3900087">
                <a:moveTo>
                  <a:pt x="2431955" y="93939"/>
                </a:moveTo>
                <a:cubicBezTo>
                  <a:pt x="3282516" y="358491"/>
                  <a:pt x="3900087" y="1151865"/>
                  <a:pt x="3900087" y="2089479"/>
                </a:cubicBezTo>
                <a:cubicBezTo>
                  <a:pt x="3900087" y="3243466"/>
                  <a:pt x="2964595" y="4178958"/>
                  <a:pt x="1810608" y="4178958"/>
                </a:cubicBezTo>
                <a:cubicBezTo>
                  <a:pt x="1089366" y="4178958"/>
                  <a:pt x="453474" y="3813531"/>
                  <a:pt x="77979" y="3257727"/>
                </a:cubicBezTo>
                <a:lnTo>
                  <a:pt x="0" y="3129368"/>
                </a:lnTo>
                <a:lnTo>
                  <a:pt x="831517" y="244058"/>
                </a:lnTo>
                <a:lnTo>
                  <a:pt x="997289" y="164202"/>
                </a:lnTo>
                <a:cubicBezTo>
                  <a:pt x="1247270" y="58468"/>
                  <a:pt x="1522111" y="0"/>
                  <a:pt x="1810608" y="0"/>
                </a:cubicBezTo>
                <a:cubicBezTo>
                  <a:pt x="2026981" y="0"/>
                  <a:pt x="2235672" y="32888"/>
                  <a:pt x="2431955" y="93939"/>
                </a:cubicBezTo>
                <a:close/>
              </a:path>
            </a:pathLst>
          </a:custGeom>
          <a:gradFill>
            <a:gsLst>
              <a:gs pos="0">
                <a:srgbClr val="FFFFFF">
                  <a:alpha val="0"/>
                </a:srgbClr>
              </a:gs>
              <a:gs pos="34000">
                <a:srgbClr val="FFFFFF">
                  <a:alpha val="0"/>
                </a:srgbClr>
              </a:gs>
              <a:gs pos="100000">
                <a:srgbClr val="FF907A">
                  <a:alpha val="34902"/>
                </a:srgbClr>
              </a:gs>
            </a:gsLst>
            <a:lin ang="1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34" name="Google Shape;34;p21"/>
          <p:cNvSpPr/>
          <p:nvPr/>
        </p:nvSpPr>
        <p:spPr>
          <a:xfrm flipH="1" rot="5400000">
            <a:off x="47595" y="413658"/>
            <a:ext cx="4400609" cy="3581400"/>
          </a:xfrm>
          <a:prstGeom prst="rect">
            <a:avLst/>
          </a:prstGeom>
          <a:gradFill>
            <a:gsLst>
              <a:gs pos="0">
                <a:srgbClr val="DA002F">
                  <a:alpha val="29020"/>
                </a:srgbClr>
              </a:gs>
              <a:gs pos="100000">
                <a:srgbClr val="FE4A00">
                  <a:alpha val="0"/>
                </a:srgbClr>
              </a:gs>
            </a:gsLst>
            <a:lin ang="66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35" name="Google Shape;35;p21"/>
          <p:cNvSpPr txBox="1"/>
          <p:nvPr>
            <p:ph type="title"/>
          </p:nvPr>
        </p:nvSpPr>
        <p:spPr>
          <a:xfrm>
            <a:off x="518616" y="586633"/>
            <a:ext cx="3125336" cy="3611584"/>
          </a:xfrm>
          <a:prstGeom prst="rect">
            <a:avLst/>
          </a:prstGeom>
          <a:noFill/>
          <a:ln>
            <a:noFill/>
          </a:ln>
        </p:spPr>
        <p:txBody>
          <a:bodyPr anchorCtr="0" anchor="b" bIns="0" lIns="0" spcFirstLastPara="1" rIns="0" wrap="square" tIns="0">
            <a:normAutofit/>
          </a:bodyPr>
          <a:lstStyle>
            <a:lvl1pPr lvl="0" algn="l">
              <a:lnSpc>
                <a:spcPct val="100000"/>
              </a:lnSpc>
              <a:spcBef>
                <a:spcPts val="0"/>
              </a:spcBef>
              <a:spcAft>
                <a:spcPts val="0"/>
              </a:spcAft>
              <a:buClr>
                <a:schemeClr val="lt1"/>
              </a:buClr>
              <a:buSzPts val="3600"/>
              <a:buFont typeface="Avenir"/>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21"/>
          <p:cNvSpPr txBox="1"/>
          <p:nvPr>
            <p:ph idx="11" type="ftr"/>
          </p:nvPr>
        </p:nvSpPr>
        <p:spPr>
          <a:xfrm rot="5400000">
            <a:off x="-1828801" y="1912217"/>
            <a:ext cx="41148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21"/>
          <p:cNvSpPr txBox="1"/>
          <p:nvPr>
            <p:ph idx="1" type="body"/>
          </p:nvPr>
        </p:nvSpPr>
        <p:spPr>
          <a:xfrm>
            <a:off x="4778375" y="863600"/>
            <a:ext cx="3441700" cy="5130800"/>
          </a:xfrm>
          <a:prstGeom prst="rect">
            <a:avLst/>
          </a:prstGeom>
          <a:noFill/>
          <a:ln>
            <a:noFill/>
          </a:ln>
        </p:spPr>
        <p:txBody>
          <a:bodyPr anchorCtr="0" anchor="ctr" bIns="0" lIns="0" spcFirstLastPara="1" rIns="0" wrap="square" tIns="0">
            <a:normAutofit/>
          </a:bodyPr>
          <a:lstStyle>
            <a:lvl1pPr indent="-228600" lvl="0" marL="457200" algn="l">
              <a:lnSpc>
                <a:spcPct val="120000"/>
              </a:lnSpc>
              <a:spcBef>
                <a:spcPts val="1000"/>
              </a:spcBef>
              <a:spcAft>
                <a:spcPts val="0"/>
              </a:spcAft>
              <a:buClr>
                <a:schemeClr val="dk1"/>
              </a:buClr>
              <a:buSzPts val="1800"/>
              <a:buNone/>
              <a:defRPr sz="1800"/>
            </a:lvl1pPr>
            <a:lvl2pPr indent="-228600" lvl="1" marL="914400" algn="l">
              <a:lnSpc>
                <a:spcPct val="120000"/>
              </a:lnSpc>
              <a:spcBef>
                <a:spcPts val="500"/>
              </a:spcBef>
              <a:spcAft>
                <a:spcPts val="0"/>
              </a:spcAft>
              <a:buClr>
                <a:schemeClr val="dk1"/>
              </a:buClr>
              <a:buSzPts val="2000"/>
              <a:buNone/>
              <a:defRPr/>
            </a:lvl2pPr>
            <a:lvl3pPr indent="-228600" lvl="2" marL="1371600" algn="l">
              <a:lnSpc>
                <a:spcPct val="120000"/>
              </a:lnSpc>
              <a:spcBef>
                <a:spcPts val="500"/>
              </a:spcBef>
              <a:spcAft>
                <a:spcPts val="0"/>
              </a:spcAft>
              <a:buClr>
                <a:schemeClr val="dk1"/>
              </a:buClr>
              <a:buSzPts val="1800"/>
              <a:buNone/>
              <a:defRPr/>
            </a:lvl3pPr>
            <a:lvl4pPr indent="-228600" lvl="3" marL="1828800" algn="l">
              <a:lnSpc>
                <a:spcPct val="120000"/>
              </a:lnSpc>
              <a:spcBef>
                <a:spcPts val="500"/>
              </a:spcBef>
              <a:spcAft>
                <a:spcPts val="0"/>
              </a:spcAft>
              <a:buClr>
                <a:schemeClr val="dk1"/>
              </a:buClr>
              <a:buSzPts val="1600"/>
              <a:buNone/>
              <a:defRPr/>
            </a:lvl4pPr>
            <a:lvl5pPr indent="-228600" lvl="4" marL="2286000" algn="l">
              <a:lnSpc>
                <a:spcPct val="120000"/>
              </a:lnSpc>
              <a:spcBef>
                <a:spcPts val="500"/>
              </a:spcBef>
              <a:spcAft>
                <a:spcPts val="0"/>
              </a:spcAft>
              <a:buClr>
                <a:schemeClr val="dk1"/>
              </a:buClr>
              <a:buSzPts val="16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21"/>
          <p:cNvSpPr/>
          <p:nvPr>
            <p:ph idx="2" type="pic"/>
          </p:nvPr>
        </p:nvSpPr>
        <p:spPr>
          <a:xfrm>
            <a:off x="8787384" y="868680"/>
            <a:ext cx="2505456" cy="1499616"/>
          </a:xfrm>
          <a:prstGeom prst="rect">
            <a:avLst/>
          </a:prstGeom>
          <a:solidFill>
            <a:schemeClr val="accent6"/>
          </a:solidFill>
          <a:ln>
            <a:noFill/>
          </a:ln>
        </p:spPr>
      </p:sp>
      <p:sp>
        <p:nvSpPr>
          <p:cNvPr id="39" name="Google Shape;39;p21"/>
          <p:cNvSpPr/>
          <p:nvPr>
            <p:ph idx="3" type="pic"/>
          </p:nvPr>
        </p:nvSpPr>
        <p:spPr>
          <a:xfrm>
            <a:off x="8787384" y="2688336"/>
            <a:ext cx="2505456" cy="1499616"/>
          </a:xfrm>
          <a:prstGeom prst="rect">
            <a:avLst/>
          </a:prstGeom>
          <a:solidFill>
            <a:schemeClr val="accent6"/>
          </a:solidFill>
          <a:ln>
            <a:noFill/>
          </a:ln>
        </p:spPr>
      </p:sp>
      <p:sp>
        <p:nvSpPr>
          <p:cNvPr id="40" name="Google Shape;40;p21"/>
          <p:cNvSpPr/>
          <p:nvPr>
            <p:ph idx="4" type="pic"/>
          </p:nvPr>
        </p:nvSpPr>
        <p:spPr>
          <a:xfrm>
            <a:off x="8787384" y="4526280"/>
            <a:ext cx="2505456" cy="1499616"/>
          </a:xfrm>
          <a:prstGeom prst="rect">
            <a:avLst/>
          </a:prstGeom>
          <a:solidFill>
            <a:schemeClr val="accent6"/>
          </a:solidFill>
          <a:ln>
            <a:noFill/>
          </a:ln>
        </p:spPr>
      </p:sp>
      <p:sp>
        <p:nvSpPr>
          <p:cNvPr id="41" name="Google Shape;41;p21"/>
          <p:cNvSpPr txBox="1"/>
          <p:nvPr>
            <p:ph idx="10" type="dt"/>
          </p:nvPr>
        </p:nvSpPr>
        <p:spPr>
          <a:xfrm>
            <a:off x="7910111" y="6409170"/>
            <a:ext cx="3702392" cy="44883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21"/>
          <p:cNvSpPr txBox="1"/>
          <p:nvPr>
            <p:ph idx="12" type="sldNum"/>
          </p:nvPr>
        </p:nvSpPr>
        <p:spPr>
          <a:xfrm>
            <a:off x="11669678" y="6408742"/>
            <a:ext cx="438652" cy="448830"/>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800" u="none" cap="none" strike="noStrike">
                <a:solidFill>
                  <a:schemeClr val="lt1"/>
                </a:solidFill>
                <a:latin typeface="Avenir"/>
                <a:ea typeface="Avenir"/>
                <a:cs typeface="Avenir"/>
                <a:sym typeface="Avenir"/>
              </a:defRPr>
            </a:lvl1pPr>
            <a:lvl2pPr indent="0" lvl="1" marL="0" marR="0" algn="r">
              <a:spcBef>
                <a:spcPts val="0"/>
              </a:spcBef>
              <a:buNone/>
              <a:defRPr b="0" i="0" sz="800" u="none" cap="none" strike="noStrike">
                <a:solidFill>
                  <a:schemeClr val="lt1"/>
                </a:solidFill>
                <a:latin typeface="Avenir"/>
                <a:ea typeface="Avenir"/>
                <a:cs typeface="Avenir"/>
                <a:sym typeface="Avenir"/>
              </a:defRPr>
            </a:lvl2pPr>
            <a:lvl3pPr indent="0" lvl="2" marL="0" marR="0" algn="r">
              <a:spcBef>
                <a:spcPts val="0"/>
              </a:spcBef>
              <a:buNone/>
              <a:defRPr b="0" i="0" sz="800" u="none" cap="none" strike="noStrike">
                <a:solidFill>
                  <a:schemeClr val="lt1"/>
                </a:solidFill>
                <a:latin typeface="Avenir"/>
                <a:ea typeface="Avenir"/>
                <a:cs typeface="Avenir"/>
                <a:sym typeface="Avenir"/>
              </a:defRPr>
            </a:lvl3pPr>
            <a:lvl4pPr indent="0" lvl="3" marL="0" marR="0" algn="r">
              <a:spcBef>
                <a:spcPts val="0"/>
              </a:spcBef>
              <a:buNone/>
              <a:defRPr b="0" i="0" sz="800" u="none" cap="none" strike="noStrike">
                <a:solidFill>
                  <a:schemeClr val="lt1"/>
                </a:solidFill>
                <a:latin typeface="Avenir"/>
                <a:ea typeface="Avenir"/>
                <a:cs typeface="Avenir"/>
                <a:sym typeface="Avenir"/>
              </a:defRPr>
            </a:lvl4pPr>
            <a:lvl5pPr indent="0" lvl="4" marL="0" marR="0" algn="r">
              <a:spcBef>
                <a:spcPts val="0"/>
              </a:spcBef>
              <a:buNone/>
              <a:defRPr b="0" i="0" sz="800" u="none" cap="none" strike="noStrike">
                <a:solidFill>
                  <a:schemeClr val="lt1"/>
                </a:solidFill>
                <a:latin typeface="Avenir"/>
                <a:ea typeface="Avenir"/>
                <a:cs typeface="Avenir"/>
                <a:sym typeface="Avenir"/>
              </a:defRPr>
            </a:lvl5pPr>
            <a:lvl6pPr indent="0" lvl="5" marL="0" marR="0" algn="r">
              <a:spcBef>
                <a:spcPts val="0"/>
              </a:spcBef>
              <a:buNone/>
              <a:defRPr b="0" i="0" sz="800" u="none" cap="none" strike="noStrike">
                <a:solidFill>
                  <a:schemeClr val="lt1"/>
                </a:solidFill>
                <a:latin typeface="Avenir"/>
                <a:ea typeface="Avenir"/>
                <a:cs typeface="Avenir"/>
                <a:sym typeface="Avenir"/>
              </a:defRPr>
            </a:lvl6pPr>
            <a:lvl7pPr indent="0" lvl="6" marL="0" marR="0" algn="r">
              <a:spcBef>
                <a:spcPts val="0"/>
              </a:spcBef>
              <a:buNone/>
              <a:defRPr b="0" i="0" sz="800" u="none" cap="none" strike="noStrike">
                <a:solidFill>
                  <a:schemeClr val="lt1"/>
                </a:solidFill>
                <a:latin typeface="Avenir"/>
                <a:ea typeface="Avenir"/>
                <a:cs typeface="Avenir"/>
                <a:sym typeface="Avenir"/>
              </a:defRPr>
            </a:lvl7pPr>
            <a:lvl8pPr indent="0" lvl="7" marL="0" marR="0" algn="r">
              <a:spcBef>
                <a:spcPts val="0"/>
              </a:spcBef>
              <a:buNone/>
              <a:defRPr b="0" i="0" sz="800" u="none" cap="none" strike="noStrike">
                <a:solidFill>
                  <a:schemeClr val="lt1"/>
                </a:solidFill>
                <a:latin typeface="Avenir"/>
                <a:ea typeface="Avenir"/>
                <a:cs typeface="Avenir"/>
                <a:sym typeface="Avenir"/>
              </a:defRPr>
            </a:lvl8pPr>
            <a:lvl9pPr indent="0" lvl="8" marL="0" marR="0" algn="r">
              <a:spcBef>
                <a:spcPts val="0"/>
              </a:spcBef>
              <a:buNone/>
              <a:defRPr b="0" i="0" sz="800" u="none" cap="none" strike="noStrike">
                <a:solidFill>
                  <a:schemeClr val="lt1"/>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Introducción">
  <p:cSld name="3_Introducción">
    <p:spTree>
      <p:nvGrpSpPr>
        <p:cNvPr id="43" name="Shape 43"/>
        <p:cNvGrpSpPr/>
        <p:nvPr/>
      </p:nvGrpSpPr>
      <p:grpSpPr>
        <a:xfrm>
          <a:off x="0" y="0"/>
          <a:ext cx="0" cy="0"/>
          <a:chOff x="0" y="0"/>
          <a:chExt cx="0" cy="0"/>
        </a:xfrm>
      </p:grpSpPr>
      <p:sp>
        <p:nvSpPr>
          <p:cNvPr id="44" name="Google Shape;44;p22"/>
          <p:cNvSpPr txBox="1"/>
          <p:nvPr>
            <p:ph type="title"/>
          </p:nvPr>
        </p:nvSpPr>
        <p:spPr>
          <a:xfrm>
            <a:off x="4769893" y="457200"/>
            <a:ext cx="6230956" cy="1569368"/>
          </a:xfrm>
          <a:prstGeom prst="rect">
            <a:avLst/>
          </a:prstGeom>
          <a:noFill/>
          <a:ln>
            <a:noFill/>
          </a:ln>
        </p:spPr>
        <p:txBody>
          <a:bodyPr anchorCtr="0" anchor="b" bIns="0" lIns="0" spcFirstLastPara="1" rIns="0" wrap="square" tIns="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22"/>
          <p:cNvSpPr/>
          <p:nvPr>
            <p:ph idx="2" type="pic"/>
          </p:nvPr>
        </p:nvSpPr>
        <p:spPr>
          <a:xfrm>
            <a:off x="0" y="0"/>
            <a:ext cx="4041648" cy="1600200"/>
          </a:xfrm>
          <a:prstGeom prst="rect">
            <a:avLst/>
          </a:prstGeom>
          <a:solidFill>
            <a:schemeClr val="accent6"/>
          </a:solidFill>
          <a:ln>
            <a:noFill/>
          </a:ln>
        </p:spPr>
      </p:sp>
      <p:sp>
        <p:nvSpPr>
          <p:cNvPr id="46" name="Google Shape;46;p22"/>
          <p:cNvSpPr txBox="1"/>
          <p:nvPr>
            <p:ph idx="11" type="ftr"/>
          </p:nvPr>
        </p:nvSpPr>
        <p:spPr>
          <a:xfrm rot="5400000">
            <a:off x="-1828800" y="1911096"/>
            <a:ext cx="41148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2"/>
          <p:cNvSpPr/>
          <p:nvPr>
            <p:ph idx="3" type="pic"/>
          </p:nvPr>
        </p:nvSpPr>
        <p:spPr>
          <a:xfrm>
            <a:off x="0" y="1603470"/>
            <a:ext cx="4041648" cy="1600200"/>
          </a:xfrm>
          <a:prstGeom prst="rect">
            <a:avLst/>
          </a:prstGeom>
          <a:solidFill>
            <a:schemeClr val="accent6"/>
          </a:solidFill>
          <a:ln>
            <a:noFill/>
          </a:ln>
        </p:spPr>
      </p:sp>
      <p:sp>
        <p:nvSpPr>
          <p:cNvPr id="48" name="Google Shape;48;p22"/>
          <p:cNvSpPr/>
          <p:nvPr>
            <p:ph idx="4" type="pic"/>
          </p:nvPr>
        </p:nvSpPr>
        <p:spPr>
          <a:xfrm>
            <a:off x="0" y="3206940"/>
            <a:ext cx="4041648" cy="1600200"/>
          </a:xfrm>
          <a:prstGeom prst="rect">
            <a:avLst/>
          </a:prstGeom>
          <a:solidFill>
            <a:schemeClr val="accent6"/>
          </a:solidFill>
          <a:ln>
            <a:noFill/>
          </a:ln>
        </p:spPr>
      </p:sp>
      <p:sp>
        <p:nvSpPr>
          <p:cNvPr id="49" name="Google Shape;49;p22"/>
          <p:cNvSpPr/>
          <p:nvPr>
            <p:ph idx="5" type="pic"/>
          </p:nvPr>
        </p:nvSpPr>
        <p:spPr>
          <a:xfrm>
            <a:off x="0" y="4810409"/>
            <a:ext cx="4041648" cy="1600200"/>
          </a:xfrm>
          <a:prstGeom prst="rect">
            <a:avLst/>
          </a:prstGeom>
          <a:solidFill>
            <a:schemeClr val="accent6"/>
          </a:solidFill>
          <a:ln>
            <a:noFill/>
          </a:ln>
        </p:spPr>
      </p:sp>
      <p:sp>
        <p:nvSpPr>
          <p:cNvPr id="50" name="Google Shape;50;p22"/>
          <p:cNvSpPr txBox="1"/>
          <p:nvPr>
            <p:ph idx="1" type="body"/>
          </p:nvPr>
        </p:nvSpPr>
        <p:spPr>
          <a:xfrm>
            <a:off x="4770438" y="2368550"/>
            <a:ext cx="6230411" cy="3390900"/>
          </a:xfrm>
          <a:prstGeom prst="rect">
            <a:avLst/>
          </a:prstGeom>
          <a:noFill/>
          <a:ln>
            <a:noFill/>
          </a:ln>
        </p:spPr>
        <p:txBody>
          <a:bodyPr anchorCtr="0" anchor="t" bIns="0" lIns="0" spcFirstLastPara="1" rIns="0" wrap="square" tIns="0">
            <a:normAutofit/>
          </a:bodyPr>
          <a:lstStyle>
            <a:lvl1pPr indent="-228600" lvl="0" marL="457200" algn="l">
              <a:lnSpc>
                <a:spcPct val="120000"/>
              </a:lnSpc>
              <a:spcBef>
                <a:spcPts val="1000"/>
              </a:spcBef>
              <a:spcAft>
                <a:spcPts val="0"/>
              </a:spcAft>
              <a:buClr>
                <a:schemeClr val="dk1"/>
              </a:buClr>
              <a:buSzPts val="1800"/>
              <a:buNone/>
              <a:defRPr sz="1800"/>
            </a:lvl1pPr>
            <a:lvl2pPr indent="-228600" lvl="1" marL="914400" algn="l">
              <a:lnSpc>
                <a:spcPct val="120000"/>
              </a:lnSpc>
              <a:spcBef>
                <a:spcPts val="500"/>
              </a:spcBef>
              <a:spcAft>
                <a:spcPts val="0"/>
              </a:spcAft>
              <a:buClr>
                <a:schemeClr val="dk1"/>
              </a:buClr>
              <a:buSzPts val="1800"/>
              <a:buNone/>
              <a:defRPr sz="1800"/>
            </a:lvl2pPr>
            <a:lvl3pPr indent="-228600" lvl="2" marL="1371600" algn="l">
              <a:lnSpc>
                <a:spcPct val="120000"/>
              </a:lnSpc>
              <a:spcBef>
                <a:spcPts val="500"/>
              </a:spcBef>
              <a:spcAft>
                <a:spcPts val="0"/>
              </a:spcAft>
              <a:buClr>
                <a:schemeClr val="dk1"/>
              </a:buClr>
              <a:buSzPts val="1800"/>
              <a:buNone/>
              <a:defRPr sz="1800"/>
            </a:lvl3pPr>
            <a:lvl4pPr indent="-228600" lvl="3" marL="1828800" algn="l">
              <a:lnSpc>
                <a:spcPct val="120000"/>
              </a:lnSpc>
              <a:spcBef>
                <a:spcPts val="500"/>
              </a:spcBef>
              <a:spcAft>
                <a:spcPts val="0"/>
              </a:spcAft>
              <a:buClr>
                <a:schemeClr val="dk1"/>
              </a:buClr>
              <a:buSzPts val="1800"/>
              <a:buNone/>
              <a:defRPr sz="1800"/>
            </a:lvl4pPr>
            <a:lvl5pPr indent="-228600" lvl="4" marL="2286000" algn="l">
              <a:lnSpc>
                <a:spcPct val="120000"/>
              </a:lnSpc>
              <a:spcBef>
                <a:spcPts val="500"/>
              </a:spcBef>
              <a:spcAft>
                <a:spcPts val="0"/>
              </a:spcAft>
              <a:buClr>
                <a:schemeClr val="dk1"/>
              </a:buClr>
              <a:buSzPts val="1800"/>
              <a:buNone/>
              <a:defRPr sz="1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22"/>
          <p:cNvSpPr txBox="1"/>
          <p:nvPr>
            <p:ph idx="10" type="dt"/>
          </p:nvPr>
        </p:nvSpPr>
        <p:spPr>
          <a:xfrm>
            <a:off x="7909560" y="6409944"/>
            <a:ext cx="3703320" cy="44805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2"/>
          <p:cNvSpPr txBox="1"/>
          <p:nvPr>
            <p:ph idx="12" type="sldNum"/>
          </p:nvPr>
        </p:nvSpPr>
        <p:spPr>
          <a:xfrm>
            <a:off x="11667744" y="6409944"/>
            <a:ext cx="438912" cy="44805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Salto de sección">
  <p:cSld name="4_Salto de sección">
    <p:spTree>
      <p:nvGrpSpPr>
        <p:cNvPr id="53" name="Shape 53"/>
        <p:cNvGrpSpPr/>
        <p:nvPr/>
      </p:nvGrpSpPr>
      <p:grpSpPr>
        <a:xfrm>
          <a:off x="0" y="0"/>
          <a:ext cx="0" cy="0"/>
          <a:chOff x="0" y="0"/>
          <a:chExt cx="0" cy="0"/>
        </a:xfrm>
      </p:grpSpPr>
      <p:sp>
        <p:nvSpPr>
          <p:cNvPr id="54" name="Google Shape;54;p23"/>
          <p:cNvSpPr/>
          <p:nvPr/>
        </p:nvSpPr>
        <p:spPr>
          <a:xfrm flipH="1" rot="5400000">
            <a:off x="-152592" y="162118"/>
            <a:ext cx="6400418" cy="6095233"/>
          </a:xfrm>
          <a:prstGeom prst="rect">
            <a:avLst/>
          </a:prstGeom>
          <a:gradFill>
            <a:gsLst>
              <a:gs pos="0">
                <a:schemeClr val="accent6"/>
              </a:gs>
              <a:gs pos="8000">
                <a:schemeClr val="accent6"/>
              </a:gs>
              <a:gs pos="100000">
                <a:srgbClr val="DA002F">
                  <a:alpha val="89020"/>
                </a:srgbClr>
              </a:gs>
            </a:gsLst>
            <a:lin ang="3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55" name="Google Shape;55;p23"/>
          <p:cNvSpPr/>
          <p:nvPr/>
        </p:nvSpPr>
        <p:spPr>
          <a:xfrm flipH="1" rot="5400000">
            <a:off x="-161024" y="143687"/>
            <a:ext cx="6400418" cy="6113043"/>
          </a:xfrm>
          <a:prstGeom prst="rect">
            <a:avLst/>
          </a:prstGeom>
          <a:gradFill>
            <a:gsLst>
              <a:gs pos="0">
                <a:srgbClr val="FE4F74">
                  <a:alpha val="0"/>
                </a:srgbClr>
              </a:gs>
              <a:gs pos="99000">
                <a:srgbClr val="6D1A6A">
                  <a:alpha val="87059"/>
                </a:srgbClr>
              </a:gs>
              <a:gs pos="100000">
                <a:srgbClr val="6D1A6A">
                  <a:alpha val="87059"/>
                </a:srgbClr>
              </a:gs>
            </a:gsLst>
            <a:lin ang="1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56" name="Google Shape;56;p23"/>
          <p:cNvSpPr/>
          <p:nvPr/>
        </p:nvSpPr>
        <p:spPr>
          <a:xfrm flipH="1" rot="5400000">
            <a:off x="1932850" y="2249496"/>
            <a:ext cx="2211724" cy="6113042"/>
          </a:xfrm>
          <a:prstGeom prst="rect">
            <a:avLst/>
          </a:prstGeom>
          <a:gradFill>
            <a:gsLst>
              <a:gs pos="0">
                <a:srgbClr val="DA002F">
                  <a:alpha val="27843"/>
                </a:srgbClr>
              </a:gs>
              <a:gs pos="2000">
                <a:srgbClr val="DA002F">
                  <a:alpha val="27843"/>
                </a:srgbClr>
              </a:gs>
              <a:gs pos="100000">
                <a:srgbClr val="FE4A00">
                  <a:alpha val="0"/>
                </a:srgbClr>
              </a:gs>
            </a:gsLst>
            <a:lin ang="7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57" name="Google Shape;57;p23"/>
          <p:cNvSpPr/>
          <p:nvPr/>
        </p:nvSpPr>
        <p:spPr>
          <a:xfrm rot="6097846">
            <a:off x="767675" y="747345"/>
            <a:ext cx="4808302" cy="4808302"/>
          </a:xfrm>
          <a:prstGeom prst="ellipse">
            <a:avLst/>
          </a:prstGeom>
          <a:gradFill>
            <a:gsLst>
              <a:gs pos="0">
                <a:srgbClr val="FED9CB">
                  <a:alpha val="0"/>
                </a:srgbClr>
              </a:gs>
              <a:gs pos="39000">
                <a:srgbClr val="FED9CB">
                  <a:alpha val="0"/>
                </a:srgbClr>
              </a:gs>
              <a:gs pos="100000">
                <a:srgbClr val="FF907A">
                  <a:alpha val="29020"/>
                </a:srgbClr>
              </a:gs>
            </a:gsLst>
            <a:lin ang="16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58" name="Google Shape;58;p23"/>
          <p:cNvSpPr txBox="1"/>
          <p:nvPr>
            <p:ph type="ctrTitle"/>
          </p:nvPr>
        </p:nvSpPr>
        <p:spPr>
          <a:xfrm>
            <a:off x="929154" y="987237"/>
            <a:ext cx="4506259" cy="2976491"/>
          </a:xfrm>
          <a:prstGeom prst="rect">
            <a:avLst/>
          </a:prstGeom>
          <a:noFill/>
          <a:ln>
            <a:noFill/>
          </a:ln>
        </p:spPr>
        <p:txBody>
          <a:bodyPr anchorCtr="0" anchor="b" bIns="0" lIns="0" spcFirstLastPara="1" rIns="0" wrap="square" tIns="0">
            <a:normAutofit/>
          </a:bodyPr>
          <a:lstStyle>
            <a:lvl1pPr lvl="0" algn="l">
              <a:lnSpc>
                <a:spcPct val="100000"/>
              </a:lnSpc>
              <a:spcBef>
                <a:spcPts val="0"/>
              </a:spcBef>
              <a:spcAft>
                <a:spcPts val="0"/>
              </a:spcAft>
              <a:buClr>
                <a:schemeClr val="lt1"/>
              </a:buClr>
              <a:buSzPts val="3600"/>
              <a:buFont typeface="Avenir"/>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23"/>
          <p:cNvSpPr txBox="1"/>
          <p:nvPr>
            <p:ph idx="1" type="subTitle"/>
          </p:nvPr>
        </p:nvSpPr>
        <p:spPr>
          <a:xfrm>
            <a:off x="929154" y="4393824"/>
            <a:ext cx="4506259" cy="1597145"/>
          </a:xfrm>
          <a:prstGeom prst="rect">
            <a:avLst/>
          </a:prstGeom>
          <a:noFill/>
          <a:ln>
            <a:noFill/>
          </a:ln>
        </p:spPr>
        <p:txBody>
          <a:bodyPr anchorCtr="0" anchor="t" bIns="0" lIns="0" spcFirstLastPara="1" rIns="0" wrap="square" tIns="0">
            <a:normAutofit/>
          </a:bodyPr>
          <a:lstStyle>
            <a:lvl1pPr lvl="0" algn="l">
              <a:lnSpc>
                <a:spcPct val="120000"/>
              </a:lnSpc>
              <a:spcBef>
                <a:spcPts val="1000"/>
              </a:spcBef>
              <a:spcAft>
                <a:spcPts val="0"/>
              </a:spcAft>
              <a:buClr>
                <a:schemeClr val="lt1"/>
              </a:buClr>
              <a:buSzPts val="2000"/>
              <a:buNone/>
              <a:defRPr>
                <a:solidFill>
                  <a:schemeClr val="lt1"/>
                </a:solidFill>
              </a:defRPr>
            </a:lvl1pPr>
            <a:lvl2pPr lvl="1" algn="l">
              <a:lnSpc>
                <a:spcPct val="120000"/>
              </a:lnSpc>
              <a:spcBef>
                <a:spcPts val="500"/>
              </a:spcBef>
              <a:spcAft>
                <a:spcPts val="0"/>
              </a:spcAft>
              <a:buClr>
                <a:schemeClr val="dk1"/>
              </a:buClr>
              <a:buSzPts val="1800"/>
              <a:buChar char="•"/>
              <a:defRPr/>
            </a:lvl2pPr>
            <a:lvl3pPr lvl="2" algn="l">
              <a:lnSpc>
                <a:spcPct val="120000"/>
              </a:lnSpc>
              <a:spcBef>
                <a:spcPts val="500"/>
              </a:spcBef>
              <a:spcAft>
                <a:spcPts val="0"/>
              </a:spcAft>
              <a:buClr>
                <a:schemeClr val="dk1"/>
              </a:buClr>
              <a:buSzPts val="1800"/>
              <a:buChar char="•"/>
              <a:defRPr/>
            </a:lvl3pPr>
            <a:lvl4pPr lvl="3" algn="l">
              <a:lnSpc>
                <a:spcPct val="120000"/>
              </a:lnSpc>
              <a:spcBef>
                <a:spcPts val="500"/>
              </a:spcBef>
              <a:spcAft>
                <a:spcPts val="0"/>
              </a:spcAft>
              <a:buClr>
                <a:schemeClr val="dk1"/>
              </a:buClr>
              <a:buSzPts val="1800"/>
              <a:buChar char="•"/>
              <a:defRPr/>
            </a:lvl4pPr>
            <a:lvl5pPr lvl="4" algn="l">
              <a:lnSpc>
                <a:spcPct val="12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
        <p:nvSpPr>
          <p:cNvPr id="60" name="Google Shape;60;p23"/>
          <p:cNvSpPr txBox="1"/>
          <p:nvPr>
            <p:ph idx="11" type="ftr"/>
          </p:nvPr>
        </p:nvSpPr>
        <p:spPr>
          <a:xfrm rot="5400000">
            <a:off x="-1828800" y="1911096"/>
            <a:ext cx="41148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23"/>
          <p:cNvSpPr/>
          <p:nvPr>
            <p:ph idx="2" type="pic"/>
          </p:nvPr>
        </p:nvSpPr>
        <p:spPr>
          <a:xfrm>
            <a:off x="6931152" y="627063"/>
            <a:ext cx="4195763" cy="2674937"/>
          </a:xfrm>
          <a:prstGeom prst="rect">
            <a:avLst/>
          </a:prstGeom>
          <a:solidFill>
            <a:schemeClr val="accent6"/>
          </a:solidFill>
          <a:ln>
            <a:noFill/>
          </a:ln>
        </p:spPr>
      </p:sp>
      <p:sp>
        <p:nvSpPr>
          <p:cNvPr id="62" name="Google Shape;62;p23"/>
          <p:cNvSpPr/>
          <p:nvPr>
            <p:ph idx="3" type="pic"/>
          </p:nvPr>
        </p:nvSpPr>
        <p:spPr>
          <a:xfrm>
            <a:off x="6931152" y="3621024"/>
            <a:ext cx="4195763" cy="2674937"/>
          </a:xfrm>
          <a:prstGeom prst="rect">
            <a:avLst/>
          </a:prstGeom>
          <a:solidFill>
            <a:schemeClr val="accent6"/>
          </a:solidFill>
          <a:ln>
            <a:noFill/>
          </a:ln>
        </p:spPr>
      </p:sp>
      <p:sp>
        <p:nvSpPr>
          <p:cNvPr id="63" name="Google Shape;63;p23"/>
          <p:cNvSpPr txBox="1"/>
          <p:nvPr>
            <p:ph idx="10" type="dt"/>
          </p:nvPr>
        </p:nvSpPr>
        <p:spPr>
          <a:xfrm>
            <a:off x="7909560" y="6409944"/>
            <a:ext cx="3703320" cy="44805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3"/>
          <p:cNvSpPr txBox="1"/>
          <p:nvPr>
            <p:ph idx="12" type="sldNum"/>
          </p:nvPr>
        </p:nvSpPr>
        <p:spPr>
          <a:xfrm>
            <a:off x="11667744" y="6409944"/>
            <a:ext cx="438912" cy="44805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Gráfico y tabla">
  <p:cSld name="2_Gráfico y tabla">
    <p:spTree>
      <p:nvGrpSpPr>
        <p:cNvPr id="65" name="Shape 65"/>
        <p:cNvGrpSpPr/>
        <p:nvPr/>
      </p:nvGrpSpPr>
      <p:grpSpPr>
        <a:xfrm>
          <a:off x="0" y="0"/>
          <a:ext cx="0" cy="0"/>
          <a:chOff x="0" y="0"/>
          <a:chExt cx="0" cy="0"/>
        </a:xfrm>
      </p:grpSpPr>
      <p:sp>
        <p:nvSpPr>
          <p:cNvPr id="66" name="Google Shape;66;p24"/>
          <p:cNvSpPr/>
          <p:nvPr/>
        </p:nvSpPr>
        <p:spPr>
          <a:xfrm flipH="1" rot="10800000">
            <a:off x="0" y="1"/>
            <a:ext cx="12192003" cy="2397392"/>
          </a:xfrm>
          <a:prstGeom prst="rect">
            <a:avLst/>
          </a:prstGeom>
          <a:gradFill>
            <a:gsLst>
              <a:gs pos="0">
                <a:schemeClr val="accent6"/>
              </a:gs>
              <a:gs pos="8000">
                <a:schemeClr val="accent6"/>
              </a:gs>
              <a:gs pos="86000">
                <a:schemeClr val="accent5"/>
              </a:gs>
              <a:gs pos="100000">
                <a:schemeClr val="accent5"/>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67" name="Google Shape;67;p24"/>
          <p:cNvSpPr txBox="1"/>
          <p:nvPr>
            <p:ph type="title"/>
          </p:nvPr>
        </p:nvSpPr>
        <p:spPr>
          <a:xfrm>
            <a:off x="1371600" y="795528"/>
            <a:ext cx="10241280" cy="1234440"/>
          </a:xfrm>
          <a:prstGeom prst="rect">
            <a:avLst/>
          </a:prstGeom>
          <a:noFill/>
          <a:ln>
            <a:noFill/>
          </a:ln>
        </p:spPr>
        <p:txBody>
          <a:bodyPr anchorCtr="0" anchor="b" bIns="0" lIns="0" spcFirstLastPara="1" rIns="0" wrap="square" tIns="0">
            <a:normAutofit/>
          </a:bodyPr>
          <a:lstStyle>
            <a:lvl1pPr lvl="0" algn="l">
              <a:lnSpc>
                <a:spcPct val="100000"/>
              </a:lnSpc>
              <a:spcBef>
                <a:spcPts val="0"/>
              </a:spcBef>
              <a:spcAft>
                <a:spcPts val="0"/>
              </a:spcAft>
              <a:buClr>
                <a:schemeClr val="lt1"/>
              </a:buClr>
              <a:buSzPts val="3600"/>
              <a:buFont typeface="Avenir"/>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24"/>
          <p:cNvSpPr txBox="1"/>
          <p:nvPr>
            <p:ph idx="11" type="ftr"/>
          </p:nvPr>
        </p:nvSpPr>
        <p:spPr>
          <a:xfrm rot="5400000">
            <a:off x="-1828800" y="1911096"/>
            <a:ext cx="41148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24"/>
          <p:cNvSpPr txBox="1"/>
          <p:nvPr>
            <p:ph idx="1" type="body"/>
          </p:nvPr>
        </p:nvSpPr>
        <p:spPr>
          <a:xfrm>
            <a:off x="1371599" y="2603500"/>
            <a:ext cx="10190163" cy="3468688"/>
          </a:xfrm>
          <a:prstGeom prst="rect">
            <a:avLst/>
          </a:prstGeom>
          <a:noFill/>
          <a:ln>
            <a:noFill/>
          </a:ln>
        </p:spPr>
        <p:txBody>
          <a:bodyPr anchorCtr="0" anchor="t" bIns="0" lIns="0" spcFirstLastPara="1" rIns="0" wrap="square" tIns="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0" name="Google Shape;70;p24"/>
          <p:cNvSpPr/>
          <p:nvPr/>
        </p:nvSpPr>
        <p:spPr>
          <a:xfrm rot="-6765946">
            <a:off x="4822383" y="-1739232"/>
            <a:ext cx="3118759" cy="4639931"/>
          </a:xfrm>
          <a:custGeom>
            <a:rect b="b" l="l" r="r" t="t"/>
            <a:pathLst>
              <a:path extrusionOk="0" h="4639931" w="3118759">
                <a:moveTo>
                  <a:pt x="3118759" y="79510"/>
                </a:moveTo>
                <a:lnTo>
                  <a:pt x="1204940" y="4639931"/>
                </a:lnTo>
                <a:lnTo>
                  <a:pt x="1103495" y="4578302"/>
                </a:lnTo>
                <a:cubicBezTo>
                  <a:pt x="437725" y="4128517"/>
                  <a:pt x="0" y="3366815"/>
                  <a:pt x="0" y="2502877"/>
                </a:cubicBezTo>
                <a:cubicBezTo>
                  <a:pt x="0" y="1120576"/>
                  <a:pt x="1120576" y="0"/>
                  <a:pt x="2502877" y="0"/>
                </a:cubicBezTo>
                <a:cubicBezTo>
                  <a:pt x="2675665" y="0"/>
                  <a:pt x="2844363" y="17509"/>
                  <a:pt x="3007294" y="50850"/>
                </a:cubicBezTo>
                <a:close/>
              </a:path>
            </a:pathLst>
          </a:custGeom>
          <a:gradFill>
            <a:gsLst>
              <a:gs pos="0">
                <a:srgbClr val="FF907A">
                  <a:alpha val="12157"/>
                </a:srgbClr>
              </a:gs>
              <a:gs pos="100000">
                <a:srgbClr val="FFBCAF">
                  <a:alpha val="20000"/>
                </a:srgbClr>
              </a:gs>
            </a:gsLst>
            <a:lin ang="11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71" name="Google Shape;71;p24"/>
          <p:cNvSpPr txBox="1"/>
          <p:nvPr>
            <p:ph idx="10" type="dt"/>
          </p:nvPr>
        </p:nvSpPr>
        <p:spPr>
          <a:xfrm>
            <a:off x="7909560" y="6409944"/>
            <a:ext cx="3703320" cy="44805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4"/>
          <p:cNvSpPr txBox="1"/>
          <p:nvPr>
            <p:ph idx="12" type="sldNum"/>
          </p:nvPr>
        </p:nvSpPr>
        <p:spPr>
          <a:xfrm>
            <a:off x="11667744" y="6409944"/>
            <a:ext cx="438912" cy="44805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
        <p:nvSpPr>
          <p:cNvPr id="73" name="Google Shape;73;p24"/>
          <p:cNvSpPr/>
          <p:nvPr/>
        </p:nvSpPr>
        <p:spPr>
          <a:xfrm flipH="1">
            <a:off x="4060818" y="0"/>
            <a:ext cx="8115300" cy="1945408"/>
          </a:xfrm>
          <a:prstGeom prst="rect">
            <a:avLst/>
          </a:prstGeom>
          <a:gradFill>
            <a:gsLst>
              <a:gs pos="0">
                <a:srgbClr val="FF907A">
                  <a:alpha val="16078"/>
                </a:srgbClr>
              </a:gs>
              <a:gs pos="62000">
                <a:srgbClr val="DA002F">
                  <a:alpha val="0"/>
                </a:srgbClr>
              </a:gs>
              <a:gs pos="100000">
                <a:srgbClr val="DA002F">
                  <a:alpha val="0"/>
                </a:srgbClr>
              </a:gs>
            </a:gsLst>
            <a:lin ang="20399999"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Gráfico y tabla">
  <p:cSld name="1_Gráfico y tabla">
    <p:spTree>
      <p:nvGrpSpPr>
        <p:cNvPr id="74" name="Shape 74"/>
        <p:cNvGrpSpPr/>
        <p:nvPr/>
      </p:nvGrpSpPr>
      <p:grpSpPr>
        <a:xfrm>
          <a:off x="0" y="0"/>
          <a:ext cx="0" cy="0"/>
          <a:chOff x="0" y="0"/>
          <a:chExt cx="0" cy="0"/>
        </a:xfrm>
      </p:grpSpPr>
      <p:sp>
        <p:nvSpPr>
          <p:cNvPr id="75" name="Google Shape;75;p25"/>
          <p:cNvSpPr/>
          <p:nvPr/>
        </p:nvSpPr>
        <p:spPr>
          <a:xfrm flipH="1" rot="10800000">
            <a:off x="0" y="1"/>
            <a:ext cx="12192003" cy="2397392"/>
          </a:xfrm>
          <a:prstGeom prst="rect">
            <a:avLst/>
          </a:prstGeom>
          <a:gradFill>
            <a:gsLst>
              <a:gs pos="0">
                <a:schemeClr val="accent6"/>
              </a:gs>
              <a:gs pos="8000">
                <a:schemeClr val="accent6"/>
              </a:gs>
              <a:gs pos="86000">
                <a:schemeClr val="accent5"/>
              </a:gs>
              <a:gs pos="100000">
                <a:schemeClr val="accent5"/>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76" name="Google Shape;76;p25"/>
          <p:cNvSpPr txBox="1"/>
          <p:nvPr>
            <p:ph type="title"/>
          </p:nvPr>
        </p:nvSpPr>
        <p:spPr>
          <a:xfrm>
            <a:off x="1371600" y="795528"/>
            <a:ext cx="10241280" cy="1234440"/>
          </a:xfrm>
          <a:prstGeom prst="rect">
            <a:avLst/>
          </a:prstGeom>
          <a:noFill/>
          <a:ln>
            <a:noFill/>
          </a:ln>
        </p:spPr>
        <p:txBody>
          <a:bodyPr anchorCtr="0" anchor="b" bIns="0" lIns="0" spcFirstLastPara="1" rIns="0" wrap="square" tIns="0">
            <a:normAutofit/>
          </a:bodyPr>
          <a:lstStyle>
            <a:lvl1pPr lvl="0" algn="l">
              <a:lnSpc>
                <a:spcPct val="100000"/>
              </a:lnSpc>
              <a:spcBef>
                <a:spcPts val="0"/>
              </a:spcBef>
              <a:spcAft>
                <a:spcPts val="0"/>
              </a:spcAft>
              <a:buClr>
                <a:schemeClr val="lt1"/>
              </a:buClr>
              <a:buSzPts val="3600"/>
              <a:buFont typeface="Avenir"/>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25"/>
          <p:cNvSpPr txBox="1"/>
          <p:nvPr>
            <p:ph idx="11" type="ftr"/>
          </p:nvPr>
        </p:nvSpPr>
        <p:spPr>
          <a:xfrm rot="5400000">
            <a:off x="-1828800" y="1911096"/>
            <a:ext cx="41148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5"/>
          <p:cNvSpPr txBox="1"/>
          <p:nvPr>
            <p:ph idx="1" type="body"/>
          </p:nvPr>
        </p:nvSpPr>
        <p:spPr>
          <a:xfrm>
            <a:off x="1320803" y="2865438"/>
            <a:ext cx="10240960" cy="2708655"/>
          </a:xfrm>
          <a:prstGeom prst="rect">
            <a:avLst/>
          </a:prstGeom>
          <a:noFill/>
          <a:ln>
            <a:noFill/>
          </a:ln>
        </p:spPr>
        <p:txBody>
          <a:bodyPr anchorCtr="0" anchor="t" bIns="0" lIns="0" spcFirstLastPara="1" rIns="0" wrap="square" tIns="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9" name="Google Shape;79;p25"/>
          <p:cNvSpPr/>
          <p:nvPr/>
        </p:nvSpPr>
        <p:spPr>
          <a:xfrm rot="-6765946">
            <a:off x="4822383" y="-1739232"/>
            <a:ext cx="3118759" cy="4639931"/>
          </a:xfrm>
          <a:custGeom>
            <a:rect b="b" l="l" r="r" t="t"/>
            <a:pathLst>
              <a:path extrusionOk="0" h="4639931" w="3118759">
                <a:moveTo>
                  <a:pt x="3118759" y="79510"/>
                </a:moveTo>
                <a:lnTo>
                  <a:pt x="1204940" y="4639931"/>
                </a:lnTo>
                <a:lnTo>
                  <a:pt x="1103495" y="4578302"/>
                </a:lnTo>
                <a:cubicBezTo>
                  <a:pt x="437725" y="4128517"/>
                  <a:pt x="0" y="3366815"/>
                  <a:pt x="0" y="2502877"/>
                </a:cubicBezTo>
                <a:cubicBezTo>
                  <a:pt x="0" y="1120576"/>
                  <a:pt x="1120576" y="0"/>
                  <a:pt x="2502877" y="0"/>
                </a:cubicBezTo>
                <a:cubicBezTo>
                  <a:pt x="2675665" y="0"/>
                  <a:pt x="2844363" y="17509"/>
                  <a:pt x="3007294" y="50850"/>
                </a:cubicBezTo>
                <a:close/>
              </a:path>
            </a:pathLst>
          </a:custGeom>
          <a:gradFill>
            <a:gsLst>
              <a:gs pos="0">
                <a:srgbClr val="FF907A">
                  <a:alpha val="12157"/>
                </a:srgbClr>
              </a:gs>
              <a:gs pos="100000">
                <a:srgbClr val="FFBCAF">
                  <a:alpha val="20000"/>
                </a:srgbClr>
              </a:gs>
            </a:gsLst>
            <a:lin ang="11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80" name="Google Shape;80;p25"/>
          <p:cNvSpPr txBox="1"/>
          <p:nvPr>
            <p:ph idx="10" type="dt"/>
          </p:nvPr>
        </p:nvSpPr>
        <p:spPr>
          <a:xfrm>
            <a:off x="7909560" y="6409944"/>
            <a:ext cx="3703320" cy="44805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25"/>
          <p:cNvSpPr txBox="1"/>
          <p:nvPr>
            <p:ph idx="12" type="sldNum"/>
          </p:nvPr>
        </p:nvSpPr>
        <p:spPr>
          <a:xfrm>
            <a:off x="11667744" y="6409944"/>
            <a:ext cx="438912" cy="44805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
        <p:nvSpPr>
          <p:cNvPr id="82" name="Google Shape;82;p25"/>
          <p:cNvSpPr/>
          <p:nvPr/>
        </p:nvSpPr>
        <p:spPr>
          <a:xfrm flipH="1">
            <a:off x="4060818" y="0"/>
            <a:ext cx="8115300" cy="1945408"/>
          </a:xfrm>
          <a:prstGeom prst="rect">
            <a:avLst/>
          </a:prstGeom>
          <a:gradFill>
            <a:gsLst>
              <a:gs pos="0">
                <a:srgbClr val="FF907A">
                  <a:alpha val="16078"/>
                </a:srgbClr>
              </a:gs>
              <a:gs pos="62000">
                <a:srgbClr val="DA002F">
                  <a:alpha val="0"/>
                </a:srgbClr>
              </a:gs>
              <a:gs pos="100000">
                <a:srgbClr val="DA002F">
                  <a:alpha val="0"/>
                </a:srgbClr>
              </a:gs>
            </a:gsLst>
            <a:lin ang="20399999"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Cita">
  <p:cSld name="8_Cita">
    <p:spTree>
      <p:nvGrpSpPr>
        <p:cNvPr id="83" name="Shape 83"/>
        <p:cNvGrpSpPr/>
        <p:nvPr/>
      </p:nvGrpSpPr>
      <p:grpSpPr>
        <a:xfrm>
          <a:off x="0" y="0"/>
          <a:ext cx="0" cy="0"/>
          <a:chOff x="0" y="0"/>
          <a:chExt cx="0" cy="0"/>
        </a:xfrm>
      </p:grpSpPr>
      <p:sp>
        <p:nvSpPr>
          <p:cNvPr id="84" name="Google Shape;84;p26"/>
          <p:cNvSpPr/>
          <p:nvPr/>
        </p:nvSpPr>
        <p:spPr>
          <a:xfrm flipH="1" rot="10800000">
            <a:off x="0" y="4460827"/>
            <a:ext cx="12192003" cy="2397392"/>
          </a:xfrm>
          <a:prstGeom prst="rect">
            <a:avLst/>
          </a:prstGeom>
          <a:gradFill>
            <a:gsLst>
              <a:gs pos="0">
                <a:schemeClr val="accent6"/>
              </a:gs>
              <a:gs pos="8000">
                <a:schemeClr val="accent6"/>
              </a:gs>
              <a:gs pos="86000">
                <a:schemeClr val="accent5"/>
              </a:gs>
              <a:gs pos="100000">
                <a:schemeClr val="accent5"/>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85" name="Google Shape;85;p26"/>
          <p:cNvSpPr/>
          <p:nvPr/>
        </p:nvSpPr>
        <p:spPr>
          <a:xfrm flipH="1" rot="10800000">
            <a:off x="4038600" y="4463552"/>
            <a:ext cx="8153401" cy="2394447"/>
          </a:xfrm>
          <a:prstGeom prst="rect">
            <a:avLst/>
          </a:prstGeom>
          <a:gradFill>
            <a:gsLst>
              <a:gs pos="0">
                <a:srgbClr val="FE4F74">
                  <a:alpha val="0"/>
                </a:srgbClr>
              </a:gs>
              <a:gs pos="99000">
                <a:srgbClr val="92248E">
                  <a:alpha val="81176"/>
                </a:srgbClr>
              </a:gs>
              <a:gs pos="100000">
                <a:srgbClr val="92248E">
                  <a:alpha val="81176"/>
                </a:srgbClr>
              </a:gs>
            </a:gsLst>
            <a:lin ang="17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86" name="Google Shape;86;p26"/>
          <p:cNvSpPr/>
          <p:nvPr/>
        </p:nvSpPr>
        <p:spPr>
          <a:xfrm rot="-6765946">
            <a:off x="2944145" y="2710934"/>
            <a:ext cx="3118759" cy="4639931"/>
          </a:xfrm>
          <a:custGeom>
            <a:rect b="b" l="l" r="r" t="t"/>
            <a:pathLst>
              <a:path extrusionOk="0" h="4639931" w="3118759">
                <a:moveTo>
                  <a:pt x="3118759" y="79510"/>
                </a:moveTo>
                <a:lnTo>
                  <a:pt x="1204940" y="4639931"/>
                </a:lnTo>
                <a:lnTo>
                  <a:pt x="1103495" y="4578302"/>
                </a:lnTo>
                <a:cubicBezTo>
                  <a:pt x="437725" y="4128517"/>
                  <a:pt x="0" y="3366815"/>
                  <a:pt x="0" y="2502877"/>
                </a:cubicBezTo>
                <a:cubicBezTo>
                  <a:pt x="0" y="1120576"/>
                  <a:pt x="1120576" y="0"/>
                  <a:pt x="2502877" y="0"/>
                </a:cubicBezTo>
                <a:cubicBezTo>
                  <a:pt x="2675665" y="0"/>
                  <a:pt x="2844363" y="17509"/>
                  <a:pt x="3007294" y="50850"/>
                </a:cubicBezTo>
                <a:close/>
              </a:path>
            </a:pathLst>
          </a:custGeom>
          <a:gradFill>
            <a:gsLst>
              <a:gs pos="0">
                <a:srgbClr val="FF907A">
                  <a:alpha val="12157"/>
                </a:srgbClr>
              </a:gs>
              <a:gs pos="100000">
                <a:srgbClr val="FFBCAF">
                  <a:alpha val="20000"/>
                </a:srgbClr>
              </a:gs>
            </a:gsLst>
            <a:lin ang="11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87" name="Google Shape;87;p26"/>
          <p:cNvSpPr/>
          <p:nvPr/>
        </p:nvSpPr>
        <p:spPr>
          <a:xfrm flipH="1">
            <a:off x="4076701" y="4460827"/>
            <a:ext cx="8115300" cy="1945408"/>
          </a:xfrm>
          <a:prstGeom prst="rect">
            <a:avLst/>
          </a:prstGeom>
          <a:gradFill>
            <a:gsLst>
              <a:gs pos="0">
                <a:srgbClr val="FF907A">
                  <a:alpha val="16078"/>
                </a:srgbClr>
              </a:gs>
              <a:gs pos="62000">
                <a:srgbClr val="DA002F">
                  <a:alpha val="0"/>
                </a:srgbClr>
              </a:gs>
              <a:gs pos="100000">
                <a:srgbClr val="DA002F">
                  <a:alpha val="0"/>
                </a:srgbClr>
              </a:gs>
            </a:gsLst>
            <a:lin ang="20399999"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88" name="Google Shape;88;p26"/>
          <p:cNvSpPr txBox="1"/>
          <p:nvPr>
            <p:ph type="ctrTitle"/>
          </p:nvPr>
        </p:nvSpPr>
        <p:spPr>
          <a:xfrm>
            <a:off x="1383807" y="4611271"/>
            <a:ext cx="10229073" cy="1171556"/>
          </a:xfrm>
          <a:prstGeom prst="rect">
            <a:avLst/>
          </a:prstGeom>
          <a:noFill/>
          <a:ln>
            <a:noFill/>
          </a:ln>
        </p:spPr>
        <p:txBody>
          <a:bodyPr anchorCtr="0" anchor="b" bIns="0" lIns="0" spcFirstLastPara="1" rIns="0" wrap="square" tIns="0">
            <a:normAutofit/>
          </a:bodyPr>
          <a:lstStyle>
            <a:lvl1pPr lvl="0" algn="l">
              <a:lnSpc>
                <a:spcPct val="100000"/>
              </a:lnSpc>
              <a:spcBef>
                <a:spcPts val="0"/>
              </a:spcBef>
              <a:spcAft>
                <a:spcPts val="0"/>
              </a:spcAft>
              <a:buClr>
                <a:schemeClr val="lt1"/>
              </a:buClr>
              <a:buSzPts val="3600"/>
              <a:buFont typeface="Avenir"/>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9" name="Google Shape;89;p26"/>
          <p:cNvSpPr txBox="1"/>
          <p:nvPr>
            <p:ph idx="1" type="subTitle"/>
          </p:nvPr>
        </p:nvSpPr>
        <p:spPr>
          <a:xfrm>
            <a:off x="1371601" y="5970897"/>
            <a:ext cx="9448800" cy="429904"/>
          </a:xfrm>
          <a:prstGeom prst="rect">
            <a:avLst/>
          </a:prstGeom>
          <a:noFill/>
          <a:ln>
            <a:noFill/>
          </a:ln>
        </p:spPr>
        <p:txBody>
          <a:bodyPr anchorCtr="0" anchor="t" bIns="0" lIns="0" spcFirstLastPara="1" rIns="0" wrap="square" tIns="0">
            <a:normAutofit/>
          </a:bodyPr>
          <a:lstStyle>
            <a:lvl1pPr lvl="0" algn="l">
              <a:lnSpc>
                <a:spcPct val="120000"/>
              </a:lnSpc>
              <a:spcBef>
                <a:spcPts val="1000"/>
              </a:spcBef>
              <a:spcAft>
                <a:spcPts val="0"/>
              </a:spcAft>
              <a:buClr>
                <a:schemeClr val="lt1"/>
              </a:buClr>
              <a:buSzPts val="2000"/>
              <a:buNone/>
              <a:defRPr>
                <a:solidFill>
                  <a:schemeClr val="lt1"/>
                </a:solidFill>
              </a:defRPr>
            </a:lvl1pPr>
            <a:lvl2pPr lvl="1" algn="l">
              <a:lnSpc>
                <a:spcPct val="120000"/>
              </a:lnSpc>
              <a:spcBef>
                <a:spcPts val="500"/>
              </a:spcBef>
              <a:spcAft>
                <a:spcPts val="0"/>
              </a:spcAft>
              <a:buClr>
                <a:schemeClr val="dk1"/>
              </a:buClr>
              <a:buSzPts val="1800"/>
              <a:buChar char="•"/>
              <a:defRPr/>
            </a:lvl2pPr>
            <a:lvl3pPr lvl="2" algn="l">
              <a:lnSpc>
                <a:spcPct val="120000"/>
              </a:lnSpc>
              <a:spcBef>
                <a:spcPts val="500"/>
              </a:spcBef>
              <a:spcAft>
                <a:spcPts val="0"/>
              </a:spcAft>
              <a:buClr>
                <a:schemeClr val="dk1"/>
              </a:buClr>
              <a:buSzPts val="1800"/>
              <a:buChar char="•"/>
              <a:defRPr/>
            </a:lvl3pPr>
            <a:lvl4pPr lvl="3" algn="l">
              <a:lnSpc>
                <a:spcPct val="120000"/>
              </a:lnSpc>
              <a:spcBef>
                <a:spcPts val="500"/>
              </a:spcBef>
              <a:spcAft>
                <a:spcPts val="0"/>
              </a:spcAft>
              <a:buClr>
                <a:schemeClr val="dk1"/>
              </a:buClr>
              <a:buSzPts val="1800"/>
              <a:buChar char="•"/>
              <a:defRPr/>
            </a:lvl4pPr>
            <a:lvl5pPr lvl="4" algn="l">
              <a:lnSpc>
                <a:spcPct val="12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
        <p:nvSpPr>
          <p:cNvPr id="90" name="Google Shape;90;p26"/>
          <p:cNvSpPr/>
          <p:nvPr>
            <p:ph idx="2" type="pic"/>
          </p:nvPr>
        </p:nvSpPr>
        <p:spPr>
          <a:xfrm>
            <a:off x="0" y="0"/>
            <a:ext cx="12188952" cy="4462272"/>
          </a:xfrm>
          <a:prstGeom prst="rect">
            <a:avLst/>
          </a:prstGeom>
          <a:solidFill>
            <a:schemeClr val="accent6"/>
          </a:solidFill>
          <a:ln>
            <a:noFill/>
          </a:ln>
        </p:spPr>
      </p:sp>
      <p:sp>
        <p:nvSpPr>
          <p:cNvPr id="91" name="Google Shape;91;p26"/>
          <p:cNvSpPr txBox="1"/>
          <p:nvPr>
            <p:ph idx="11" type="ftr"/>
          </p:nvPr>
        </p:nvSpPr>
        <p:spPr>
          <a:xfrm rot="5400000">
            <a:off x="-1828800" y="1911096"/>
            <a:ext cx="41148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26"/>
          <p:cNvSpPr txBox="1"/>
          <p:nvPr>
            <p:ph idx="10" type="dt"/>
          </p:nvPr>
        </p:nvSpPr>
        <p:spPr>
          <a:xfrm>
            <a:off x="7909560" y="6409944"/>
            <a:ext cx="3703320" cy="44805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26"/>
          <p:cNvSpPr txBox="1"/>
          <p:nvPr>
            <p:ph idx="12" type="sldNum"/>
          </p:nvPr>
        </p:nvSpPr>
        <p:spPr>
          <a:xfrm>
            <a:off x="11667744" y="6409944"/>
            <a:ext cx="438912" cy="44805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Equipo">
  <p:cSld name="9_Equipo">
    <p:spTree>
      <p:nvGrpSpPr>
        <p:cNvPr id="94" name="Shape 94"/>
        <p:cNvGrpSpPr/>
        <p:nvPr/>
      </p:nvGrpSpPr>
      <p:grpSpPr>
        <a:xfrm>
          <a:off x="0" y="0"/>
          <a:ext cx="0" cy="0"/>
          <a:chOff x="0" y="0"/>
          <a:chExt cx="0" cy="0"/>
        </a:xfrm>
      </p:grpSpPr>
      <p:sp>
        <p:nvSpPr>
          <p:cNvPr id="95" name="Google Shape;95;p27"/>
          <p:cNvSpPr/>
          <p:nvPr/>
        </p:nvSpPr>
        <p:spPr>
          <a:xfrm>
            <a:off x="-1" y="-428"/>
            <a:ext cx="12192001" cy="2386759"/>
          </a:xfrm>
          <a:prstGeom prst="rect">
            <a:avLst/>
          </a:prstGeom>
          <a:gradFill>
            <a:gsLst>
              <a:gs pos="0">
                <a:srgbClr val="DA002F">
                  <a:alpha val="85882"/>
                </a:srgbClr>
              </a:gs>
              <a:gs pos="10000">
                <a:srgbClr val="DA002F">
                  <a:alpha val="85882"/>
                </a:srgbClr>
              </a:gs>
              <a:gs pos="100000">
                <a:schemeClr val="accent6"/>
              </a:gs>
            </a:gsLst>
            <a:lin ang="156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96" name="Google Shape;96;p27"/>
          <p:cNvSpPr/>
          <p:nvPr/>
        </p:nvSpPr>
        <p:spPr>
          <a:xfrm flipH="1" rot="10800000">
            <a:off x="4817660" y="8011"/>
            <a:ext cx="7374340" cy="2378309"/>
          </a:xfrm>
          <a:prstGeom prst="rect">
            <a:avLst/>
          </a:prstGeom>
          <a:gradFill>
            <a:gsLst>
              <a:gs pos="0">
                <a:srgbClr val="DA002F">
                  <a:alpha val="0"/>
                </a:srgbClr>
              </a:gs>
              <a:gs pos="100000">
                <a:schemeClr val="accent2"/>
              </a:gs>
            </a:gsLst>
            <a:lin ang="19199999"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97" name="Google Shape;97;p27"/>
          <p:cNvSpPr txBox="1"/>
          <p:nvPr>
            <p:ph type="title"/>
          </p:nvPr>
        </p:nvSpPr>
        <p:spPr>
          <a:xfrm>
            <a:off x="1371600" y="580030"/>
            <a:ext cx="10240903" cy="1009934"/>
          </a:xfrm>
          <a:prstGeom prst="rect">
            <a:avLst/>
          </a:prstGeom>
          <a:noFill/>
          <a:ln>
            <a:noFill/>
          </a:ln>
        </p:spPr>
        <p:txBody>
          <a:bodyPr anchorCtr="0" anchor="ctr" bIns="0" lIns="0" spcFirstLastPara="1" rIns="0" wrap="square" tIns="0">
            <a:normAutofit/>
          </a:bodyPr>
          <a:lstStyle>
            <a:lvl1pPr lvl="0" algn="l">
              <a:lnSpc>
                <a:spcPct val="100000"/>
              </a:lnSpc>
              <a:spcBef>
                <a:spcPts val="0"/>
              </a:spcBef>
              <a:spcAft>
                <a:spcPts val="0"/>
              </a:spcAft>
              <a:buClr>
                <a:schemeClr val="lt1"/>
              </a:buClr>
              <a:buSzPts val="3600"/>
              <a:buFont typeface="Avenir"/>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p27"/>
          <p:cNvSpPr txBox="1"/>
          <p:nvPr>
            <p:ph idx="11" type="ftr"/>
          </p:nvPr>
        </p:nvSpPr>
        <p:spPr>
          <a:xfrm rot="5400000">
            <a:off x="-1828800" y="1911096"/>
            <a:ext cx="41148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27"/>
          <p:cNvSpPr/>
          <p:nvPr>
            <p:ph idx="2" type="pic"/>
          </p:nvPr>
        </p:nvSpPr>
        <p:spPr>
          <a:xfrm>
            <a:off x="1045013" y="1819656"/>
            <a:ext cx="2282932" cy="2282932"/>
          </a:xfrm>
          <a:prstGeom prst="rect">
            <a:avLst/>
          </a:prstGeom>
          <a:solidFill>
            <a:schemeClr val="accent6"/>
          </a:solidFill>
          <a:ln>
            <a:noFill/>
          </a:ln>
        </p:spPr>
      </p:sp>
      <p:sp>
        <p:nvSpPr>
          <p:cNvPr id="100" name="Google Shape;100;p27"/>
          <p:cNvSpPr/>
          <p:nvPr>
            <p:ph idx="3" type="pic"/>
          </p:nvPr>
        </p:nvSpPr>
        <p:spPr>
          <a:xfrm>
            <a:off x="3657600" y="1819656"/>
            <a:ext cx="2282932" cy="2282932"/>
          </a:xfrm>
          <a:prstGeom prst="rect">
            <a:avLst/>
          </a:prstGeom>
          <a:solidFill>
            <a:schemeClr val="accent6"/>
          </a:solidFill>
          <a:ln>
            <a:noFill/>
          </a:ln>
        </p:spPr>
      </p:sp>
      <p:sp>
        <p:nvSpPr>
          <p:cNvPr id="101" name="Google Shape;101;p27"/>
          <p:cNvSpPr/>
          <p:nvPr>
            <p:ph idx="4" type="pic"/>
          </p:nvPr>
        </p:nvSpPr>
        <p:spPr>
          <a:xfrm>
            <a:off x="6281928" y="1819656"/>
            <a:ext cx="2282932" cy="2282932"/>
          </a:xfrm>
          <a:prstGeom prst="rect">
            <a:avLst/>
          </a:prstGeom>
          <a:solidFill>
            <a:schemeClr val="accent6"/>
          </a:solidFill>
          <a:ln>
            <a:noFill/>
          </a:ln>
        </p:spPr>
      </p:sp>
      <p:sp>
        <p:nvSpPr>
          <p:cNvPr id="102" name="Google Shape;102;p27"/>
          <p:cNvSpPr/>
          <p:nvPr>
            <p:ph idx="5" type="pic"/>
          </p:nvPr>
        </p:nvSpPr>
        <p:spPr>
          <a:xfrm>
            <a:off x="8897112" y="1819656"/>
            <a:ext cx="2282932" cy="2282932"/>
          </a:xfrm>
          <a:prstGeom prst="rect">
            <a:avLst/>
          </a:prstGeom>
          <a:solidFill>
            <a:schemeClr val="accent6"/>
          </a:solidFill>
          <a:ln>
            <a:noFill/>
          </a:ln>
        </p:spPr>
      </p:sp>
      <p:sp>
        <p:nvSpPr>
          <p:cNvPr id="103" name="Google Shape;103;p27"/>
          <p:cNvSpPr txBox="1"/>
          <p:nvPr>
            <p:ph idx="1" type="body"/>
          </p:nvPr>
        </p:nvSpPr>
        <p:spPr>
          <a:xfrm>
            <a:off x="1031368" y="4466873"/>
            <a:ext cx="2286000" cy="274320"/>
          </a:xfrm>
          <a:prstGeom prst="rect">
            <a:avLst/>
          </a:prstGeom>
          <a:noFill/>
          <a:ln>
            <a:noFill/>
          </a:ln>
        </p:spPr>
        <p:txBody>
          <a:bodyPr anchorCtr="0" anchor="t" bIns="0" lIns="0" spcFirstLastPara="1" rIns="0" wrap="square" tIns="0">
            <a:normAutofit/>
          </a:bodyPr>
          <a:lstStyle>
            <a:lvl1pPr indent="-228600" lvl="0" marL="457200" algn="ctr">
              <a:lnSpc>
                <a:spcPct val="100000"/>
              </a:lnSpc>
              <a:spcBef>
                <a:spcPts val="1000"/>
              </a:spcBef>
              <a:spcAft>
                <a:spcPts val="0"/>
              </a:spcAft>
              <a:buClr>
                <a:schemeClr val="dk1"/>
              </a:buClr>
              <a:buSzPts val="1800"/>
              <a:buNone/>
              <a:defRPr b="1" sz="1800"/>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4" name="Google Shape;104;p27"/>
          <p:cNvSpPr txBox="1"/>
          <p:nvPr>
            <p:ph idx="6" type="body"/>
          </p:nvPr>
        </p:nvSpPr>
        <p:spPr>
          <a:xfrm>
            <a:off x="1045013" y="4877332"/>
            <a:ext cx="2286000" cy="594360"/>
          </a:xfrm>
          <a:prstGeom prst="rect">
            <a:avLst/>
          </a:prstGeom>
          <a:noFill/>
          <a:ln>
            <a:noFill/>
          </a:ln>
        </p:spPr>
        <p:txBody>
          <a:bodyPr anchorCtr="0" anchor="t" bIns="0" lIns="0" spcFirstLastPara="1" rIns="0" wrap="square" tIns="0">
            <a:normAutofit/>
          </a:bodyPr>
          <a:lstStyle>
            <a:lvl1pPr indent="-228600" lvl="0" marL="457200" algn="ctr">
              <a:lnSpc>
                <a:spcPct val="100000"/>
              </a:lnSpc>
              <a:spcBef>
                <a:spcPts val="1000"/>
              </a:spcBef>
              <a:spcAft>
                <a:spcPts val="0"/>
              </a:spcAft>
              <a:buClr>
                <a:schemeClr val="dk1"/>
              </a:buClr>
              <a:buSzPts val="1600"/>
              <a:buNone/>
              <a:defRPr sz="1600"/>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5" name="Google Shape;105;p27"/>
          <p:cNvSpPr txBox="1"/>
          <p:nvPr>
            <p:ph idx="7" type="body"/>
          </p:nvPr>
        </p:nvSpPr>
        <p:spPr>
          <a:xfrm>
            <a:off x="3667663" y="4466873"/>
            <a:ext cx="2286000" cy="274320"/>
          </a:xfrm>
          <a:prstGeom prst="rect">
            <a:avLst/>
          </a:prstGeom>
          <a:noFill/>
          <a:ln>
            <a:noFill/>
          </a:ln>
        </p:spPr>
        <p:txBody>
          <a:bodyPr anchorCtr="0" anchor="t" bIns="0" lIns="0" spcFirstLastPara="1" rIns="0" wrap="square" tIns="0">
            <a:normAutofit/>
          </a:bodyPr>
          <a:lstStyle>
            <a:lvl1pPr indent="-228600" lvl="0" marL="457200" algn="ctr">
              <a:lnSpc>
                <a:spcPct val="100000"/>
              </a:lnSpc>
              <a:spcBef>
                <a:spcPts val="1000"/>
              </a:spcBef>
              <a:spcAft>
                <a:spcPts val="0"/>
              </a:spcAft>
              <a:buClr>
                <a:schemeClr val="dk1"/>
              </a:buClr>
              <a:buSzPts val="1800"/>
              <a:buNone/>
              <a:defRPr b="1" sz="1800"/>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6" name="Google Shape;106;p27"/>
          <p:cNvSpPr txBox="1"/>
          <p:nvPr>
            <p:ph idx="8" type="body"/>
          </p:nvPr>
        </p:nvSpPr>
        <p:spPr>
          <a:xfrm>
            <a:off x="3681308" y="4877332"/>
            <a:ext cx="2286000" cy="594360"/>
          </a:xfrm>
          <a:prstGeom prst="rect">
            <a:avLst/>
          </a:prstGeom>
          <a:noFill/>
          <a:ln>
            <a:noFill/>
          </a:ln>
        </p:spPr>
        <p:txBody>
          <a:bodyPr anchorCtr="0" anchor="t" bIns="0" lIns="0" spcFirstLastPara="1" rIns="0" wrap="square" tIns="0">
            <a:normAutofit/>
          </a:bodyPr>
          <a:lstStyle>
            <a:lvl1pPr indent="-228600" lvl="0" marL="457200" algn="ctr">
              <a:lnSpc>
                <a:spcPct val="100000"/>
              </a:lnSpc>
              <a:spcBef>
                <a:spcPts val="1000"/>
              </a:spcBef>
              <a:spcAft>
                <a:spcPts val="0"/>
              </a:spcAft>
              <a:buClr>
                <a:schemeClr val="dk1"/>
              </a:buClr>
              <a:buSzPts val="1600"/>
              <a:buNone/>
              <a:defRPr sz="1600"/>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 name="Google Shape;107;p27"/>
          <p:cNvSpPr txBox="1"/>
          <p:nvPr>
            <p:ph idx="9" type="body"/>
          </p:nvPr>
        </p:nvSpPr>
        <p:spPr>
          <a:xfrm>
            <a:off x="6290307" y="4466873"/>
            <a:ext cx="2286000" cy="274320"/>
          </a:xfrm>
          <a:prstGeom prst="rect">
            <a:avLst/>
          </a:prstGeom>
          <a:noFill/>
          <a:ln>
            <a:noFill/>
          </a:ln>
        </p:spPr>
        <p:txBody>
          <a:bodyPr anchorCtr="0" anchor="t" bIns="0" lIns="0" spcFirstLastPara="1" rIns="0" wrap="square" tIns="0">
            <a:normAutofit/>
          </a:bodyPr>
          <a:lstStyle>
            <a:lvl1pPr indent="-228600" lvl="0" marL="457200" algn="ctr">
              <a:lnSpc>
                <a:spcPct val="100000"/>
              </a:lnSpc>
              <a:spcBef>
                <a:spcPts val="1000"/>
              </a:spcBef>
              <a:spcAft>
                <a:spcPts val="0"/>
              </a:spcAft>
              <a:buClr>
                <a:schemeClr val="dk1"/>
              </a:buClr>
              <a:buSzPts val="1800"/>
              <a:buNone/>
              <a:defRPr b="1" sz="1800"/>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8" name="Google Shape;108;p27"/>
          <p:cNvSpPr txBox="1"/>
          <p:nvPr>
            <p:ph idx="13" type="body"/>
          </p:nvPr>
        </p:nvSpPr>
        <p:spPr>
          <a:xfrm>
            <a:off x="6303952" y="4877332"/>
            <a:ext cx="2286000" cy="594360"/>
          </a:xfrm>
          <a:prstGeom prst="rect">
            <a:avLst/>
          </a:prstGeom>
          <a:noFill/>
          <a:ln>
            <a:noFill/>
          </a:ln>
        </p:spPr>
        <p:txBody>
          <a:bodyPr anchorCtr="0" anchor="t" bIns="0" lIns="0" spcFirstLastPara="1" rIns="0" wrap="square" tIns="0">
            <a:normAutofit/>
          </a:bodyPr>
          <a:lstStyle>
            <a:lvl1pPr indent="-228600" lvl="0" marL="457200" algn="ctr">
              <a:lnSpc>
                <a:spcPct val="100000"/>
              </a:lnSpc>
              <a:spcBef>
                <a:spcPts val="1000"/>
              </a:spcBef>
              <a:spcAft>
                <a:spcPts val="0"/>
              </a:spcAft>
              <a:buClr>
                <a:schemeClr val="dk1"/>
              </a:buClr>
              <a:buSzPts val="1600"/>
              <a:buNone/>
              <a:defRPr sz="1600"/>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9" name="Google Shape;109;p27"/>
          <p:cNvSpPr txBox="1"/>
          <p:nvPr>
            <p:ph idx="14" type="body"/>
          </p:nvPr>
        </p:nvSpPr>
        <p:spPr>
          <a:xfrm>
            <a:off x="8924408" y="4466873"/>
            <a:ext cx="2286000" cy="274320"/>
          </a:xfrm>
          <a:prstGeom prst="rect">
            <a:avLst/>
          </a:prstGeom>
          <a:noFill/>
          <a:ln>
            <a:noFill/>
          </a:ln>
        </p:spPr>
        <p:txBody>
          <a:bodyPr anchorCtr="0" anchor="t" bIns="0" lIns="0" spcFirstLastPara="1" rIns="0" wrap="square" tIns="0">
            <a:normAutofit/>
          </a:bodyPr>
          <a:lstStyle>
            <a:lvl1pPr indent="-228600" lvl="0" marL="457200" algn="ctr">
              <a:lnSpc>
                <a:spcPct val="100000"/>
              </a:lnSpc>
              <a:spcBef>
                <a:spcPts val="1000"/>
              </a:spcBef>
              <a:spcAft>
                <a:spcPts val="0"/>
              </a:spcAft>
              <a:buClr>
                <a:schemeClr val="dk1"/>
              </a:buClr>
              <a:buSzPts val="1800"/>
              <a:buNone/>
              <a:defRPr b="1" sz="1800"/>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0" name="Google Shape;110;p27"/>
          <p:cNvSpPr txBox="1"/>
          <p:nvPr>
            <p:ph idx="15" type="body"/>
          </p:nvPr>
        </p:nvSpPr>
        <p:spPr>
          <a:xfrm>
            <a:off x="8938053" y="4877332"/>
            <a:ext cx="2286000" cy="594360"/>
          </a:xfrm>
          <a:prstGeom prst="rect">
            <a:avLst/>
          </a:prstGeom>
          <a:noFill/>
          <a:ln>
            <a:noFill/>
          </a:ln>
        </p:spPr>
        <p:txBody>
          <a:bodyPr anchorCtr="0" anchor="t" bIns="0" lIns="0" spcFirstLastPara="1" rIns="0" wrap="square" tIns="0">
            <a:normAutofit/>
          </a:bodyPr>
          <a:lstStyle>
            <a:lvl1pPr indent="-228600" lvl="0" marL="457200" algn="ctr">
              <a:lnSpc>
                <a:spcPct val="100000"/>
              </a:lnSpc>
              <a:spcBef>
                <a:spcPts val="1000"/>
              </a:spcBef>
              <a:spcAft>
                <a:spcPts val="0"/>
              </a:spcAft>
              <a:buClr>
                <a:schemeClr val="dk1"/>
              </a:buClr>
              <a:buSzPts val="1600"/>
              <a:buNone/>
              <a:defRPr sz="1600"/>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1" name="Google Shape;111;p27"/>
          <p:cNvSpPr txBox="1"/>
          <p:nvPr>
            <p:ph idx="10" type="dt"/>
          </p:nvPr>
        </p:nvSpPr>
        <p:spPr>
          <a:xfrm>
            <a:off x="7909560" y="6409944"/>
            <a:ext cx="3703320" cy="44805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27"/>
          <p:cNvSpPr txBox="1"/>
          <p:nvPr>
            <p:ph idx="12" type="sldNum"/>
          </p:nvPr>
        </p:nvSpPr>
        <p:spPr>
          <a:xfrm>
            <a:off x="11667744" y="6409944"/>
            <a:ext cx="438912" cy="44805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extLst>
    <p:ext uri="{DCECCB84-F9BA-43D5-87BE-67443E8EF086}">
      <p15:sldGuideLst>
        <p15:guide id="1" pos="1368">
          <p15:clr>
            <a:srgbClr val="FBAE40"/>
          </p15:clr>
        </p15:guide>
        <p15:guide id="2" pos="3024">
          <p15:clr>
            <a:srgbClr val="FBAE40"/>
          </p15:clr>
        </p15:guide>
        <p15:guide id="3" pos="4680">
          <p15:clr>
            <a:srgbClr val="FBAE40"/>
          </p15:clr>
        </p15:guide>
        <p15:guide id="4" pos="633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scala de tiempo" type="obj">
  <p:cSld name="OBJECT">
    <p:spTree>
      <p:nvGrpSpPr>
        <p:cNvPr id="113" name="Shape 113"/>
        <p:cNvGrpSpPr/>
        <p:nvPr/>
      </p:nvGrpSpPr>
      <p:grpSpPr>
        <a:xfrm>
          <a:off x="0" y="0"/>
          <a:ext cx="0" cy="0"/>
          <a:chOff x="0" y="0"/>
          <a:chExt cx="0" cy="0"/>
        </a:xfrm>
      </p:grpSpPr>
      <p:sp>
        <p:nvSpPr>
          <p:cNvPr id="114" name="Google Shape;114;p28"/>
          <p:cNvSpPr txBox="1"/>
          <p:nvPr>
            <p:ph type="title"/>
          </p:nvPr>
        </p:nvSpPr>
        <p:spPr>
          <a:xfrm>
            <a:off x="1371600" y="795528"/>
            <a:ext cx="10241280" cy="1234440"/>
          </a:xfrm>
          <a:prstGeom prst="rect">
            <a:avLst/>
          </a:prstGeom>
          <a:noFill/>
          <a:ln>
            <a:noFill/>
          </a:ln>
        </p:spPr>
        <p:txBody>
          <a:bodyPr anchorCtr="0" anchor="b" bIns="0" lIns="0" spcFirstLastPara="1" rIns="0" wrap="square" tIns="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5" name="Google Shape;115;p28"/>
          <p:cNvSpPr txBox="1"/>
          <p:nvPr>
            <p:ph idx="11" type="ftr"/>
          </p:nvPr>
        </p:nvSpPr>
        <p:spPr>
          <a:xfrm rot="5400000">
            <a:off x="-1828800" y="1911096"/>
            <a:ext cx="41148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28"/>
          <p:cNvSpPr txBox="1"/>
          <p:nvPr>
            <p:ph idx="1" type="body"/>
          </p:nvPr>
        </p:nvSpPr>
        <p:spPr>
          <a:xfrm>
            <a:off x="838200" y="1825625"/>
            <a:ext cx="10515600" cy="4351338"/>
          </a:xfrm>
          <a:prstGeom prst="rect">
            <a:avLst/>
          </a:prstGeom>
          <a:noFill/>
          <a:ln>
            <a:noFill/>
          </a:ln>
        </p:spPr>
        <p:txBody>
          <a:bodyPr anchorCtr="0" anchor="t" bIns="0" lIns="0" spcFirstLastPara="1" rIns="0" wrap="square" tIns="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7" name="Google Shape;117;p28"/>
          <p:cNvSpPr txBox="1"/>
          <p:nvPr>
            <p:ph idx="10" type="dt"/>
          </p:nvPr>
        </p:nvSpPr>
        <p:spPr>
          <a:xfrm>
            <a:off x="7909560" y="6409944"/>
            <a:ext cx="3703320" cy="44805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28"/>
          <p:cNvSpPr txBox="1"/>
          <p:nvPr>
            <p:ph idx="12" type="sldNum"/>
          </p:nvPr>
        </p:nvSpPr>
        <p:spPr>
          <a:xfrm>
            <a:off x="11667744" y="6409944"/>
            <a:ext cx="438912" cy="44805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lumna de contenido 2 (diapositiva de comparación)">
  <p:cSld name="Columna de contenido 2 (diapositiva de comparación)">
    <p:spTree>
      <p:nvGrpSpPr>
        <p:cNvPr id="119" name="Shape 119"/>
        <p:cNvGrpSpPr/>
        <p:nvPr/>
      </p:nvGrpSpPr>
      <p:grpSpPr>
        <a:xfrm>
          <a:off x="0" y="0"/>
          <a:ext cx="0" cy="0"/>
          <a:chOff x="0" y="0"/>
          <a:chExt cx="0" cy="0"/>
        </a:xfrm>
      </p:grpSpPr>
      <p:sp>
        <p:nvSpPr>
          <p:cNvPr id="120" name="Google Shape;120;p29"/>
          <p:cNvSpPr txBox="1"/>
          <p:nvPr>
            <p:ph type="title"/>
          </p:nvPr>
        </p:nvSpPr>
        <p:spPr>
          <a:xfrm>
            <a:off x="1371600" y="795528"/>
            <a:ext cx="10241280" cy="1234440"/>
          </a:xfrm>
          <a:prstGeom prst="rect">
            <a:avLst/>
          </a:prstGeom>
          <a:noFill/>
          <a:ln>
            <a:noFill/>
          </a:ln>
        </p:spPr>
        <p:txBody>
          <a:bodyPr anchorCtr="0" anchor="b" bIns="0" lIns="0" spcFirstLastPara="1" rIns="0" wrap="square" tIns="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1" name="Google Shape;121;p29"/>
          <p:cNvSpPr txBox="1"/>
          <p:nvPr>
            <p:ph idx="11" type="ftr"/>
          </p:nvPr>
        </p:nvSpPr>
        <p:spPr>
          <a:xfrm rot="5400000">
            <a:off x="-1828800" y="1911096"/>
            <a:ext cx="41148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 name="Google Shape;122;p29"/>
          <p:cNvSpPr txBox="1"/>
          <p:nvPr>
            <p:ph idx="1" type="body"/>
          </p:nvPr>
        </p:nvSpPr>
        <p:spPr>
          <a:xfrm>
            <a:off x="1371600" y="2112264"/>
            <a:ext cx="4841076" cy="823912"/>
          </a:xfrm>
          <a:prstGeom prst="rect">
            <a:avLst/>
          </a:prstGeom>
          <a:noFill/>
          <a:ln>
            <a:noFill/>
          </a:ln>
        </p:spPr>
        <p:txBody>
          <a:bodyPr anchorCtr="0" anchor="b" bIns="0" lIns="0" spcFirstLastPara="1" rIns="0" wrap="square" tIns="0">
            <a:normAutofit/>
          </a:bodyPr>
          <a:lstStyle>
            <a:lvl1pPr indent="-228600" lvl="0" marL="457200" algn="l">
              <a:lnSpc>
                <a:spcPct val="120000"/>
              </a:lnSpc>
              <a:spcBef>
                <a:spcPts val="1000"/>
              </a:spcBef>
              <a:spcAft>
                <a:spcPts val="0"/>
              </a:spcAft>
              <a:buClr>
                <a:schemeClr val="dk1"/>
              </a:buClr>
              <a:buSzPts val="2400"/>
              <a:buNone/>
              <a:defRPr b="1" sz="2400"/>
            </a:lvl1pPr>
            <a:lvl2pPr indent="-228600" lvl="1" marL="914400" algn="l">
              <a:lnSpc>
                <a:spcPct val="120000"/>
              </a:lnSpc>
              <a:spcBef>
                <a:spcPts val="500"/>
              </a:spcBef>
              <a:spcAft>
                <a:spcPts val="0"/>
              </a:spcAft>
              <a:buClr>
                <a:schemeClr val="dk1"/>
              </a:buClr>
              <a:buSzPts val="2000"/>
              <a:buNone/>
              <a:defRPr b="1" sz="2000"/>
            </a:lvl2pPr>
            <a:lvl3pPr indent="-228600" lvl="2" marL="1371600" algn="l">
              <a:lnSpc>
                <a:spcPct val="120000"/>
              </a:lnSpc>
              <a:spcBef>
                <a:spcPts val="500"/>
              </a:spcBef>
              <a:spcAft>
                <a:spcPts val="0"/>
              </a:spcAft>
              <a:buClr>
                <a:schemeClr val="dk1"/>
              </a:buClr>
              <a:buSzPts val="1800"/>
              <a:buNone/>
              <a:defRPr b="1" sz="1800"/>
            </a:lvl3pPr>
            <a:lvl4pPr indent="-228600" lvl="3" marL="1828800" algn="l">
              <a:lnSpc>
                <a:spcPct val="120000"/>
              </a:lnSpc>
              <a:spcBef>
                <a:spcPts val="500"/>
              </a:spcBef>
              <a:spcAft>
                <a:spcPts val="0"/>
              </a:spcAft>
              <a:buClr>
                <a:schemeClr val="dk1"/>
              </a:buClr>
              <a:buSzPts val="1600"/>
              <a:buNone/>
              <a:defRPr b="1" sz="1600"/>
            </a:lvl4pPr>
            <a:lvl5pPr indent="-228600" lvl="4" marL="2286000" algn="l">
              <a:lnSpc>
                <a:spcPct val="12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23" name="Google Shape;123;p29"/>
          <p:cNvSpPr txBox="1"/>
          <p:nvPr>
            <p:ph idx="2" type="body"/>
          </p:nvPr>
        </p:nvSpPr>
        <p:spPr>
          <a:xfrm>
            <a:off x="1371600" y="3018472"/>
            <a:ext cx="4841076" cy="3104856"/>
          </a:xfrm>
          <a:prstGeom prst="rect">
            <a:avLst/>
          </a:prstGeom>
          <a:noFill/>
          <a:ln>
            <a:noFill/>
          </a:ln>
        </p:spPr>
        <p:txBody>
          <a:bodyPr anchorCtr="0" anchor="t" bIns="0" lIns="0" spcFirstLastPara="1" rIns="0" wrap="square" tIns="0">
            <a:normAutofit/>
          </a:bodyPr>
          <a:lstStyle>
            <a:lvl1pPr indent="-355600" lvl="0" marL="457200" algn="l">
              <a:lnSpc>
                <a:spcPct val="120000"/>
              </a:lnSpc>
              <a:spcBef>
                <a:spcPts val="1000"/>
              </a:spcBef>
              <a:spcAft>
                <a:spcPts val="0"/>
              </a:spcAft>
              <a:buClr>
                <a:schemeClr val="dk1"/>
              </a:buClr>
              <a:buSzPts val="2000"/>
              <a:buChar char="•"/>
              <a:defRPr/>
            </a:lvl1pPr>
            <a:lvl2pPr indent="-355600" lvl="1" marL="914400" algn="l">
              <a:lnSpc>
                <a:spcPct val="120000"/>
              </a:lnSpc>
              <a:spcBef>
                <a:spcPts val="500"/>
              </a:spcBef>
              <a:spcAft>
                <a:spcPts val="0"/>
              </a:spcAft>
              <a:buClr>
                <a:schemeClr val="dk1"/>
              </a:buClr>
              <a:buSzPts val="2000"/>
              <a:buChar char="•"/>
              <a:defRPr/>
            </a:lvl2pPr>
            <a:lvl3pPr indent="-342900" lvl="2" marL="1371600" algn="l">
              <a:lnSpc>
                <a:spcPct val="120000"/>
              </a:lnSpc>
              <a:spcBef>
                <a:spcPts val="500"/>
              </a:spcBef>
              <a:spcAft>
                <a:spcPts val="0"/>
              </a:spcAft>
              <a:buClr>
                <a:schemeClr val="dk1"/>
              </a:buClr>
              <a:buSzPts val="1800"/>
              <a:buChar char="•"/>
              <a:defRPr/>
            </a:lvl3pPr>
            <a:lvl4pPr indent="-330200" lvl="3" marL="1828800" algn="l">
              <a:lnSpc>
                <a:spcPct val="120000"/>
              </a:lnSpc>
              <a:spcBef>
                <a:spcPts val="500"/>
              </a:spcBef>
              <a:spcAft>
                <a:spcPts val="0"/>
              </a:spcAft>
              <a:buClr>
                <a:schemeClr val="dk1"/>
              </a:buClr>
              <a:buSzPts val="1600"/>
              <a:buChar char="•"/>
              <a:defRPr/>
            </a:lvl4pPr>
            <a:lvl5pPr indent="-330200" lvl="4" marL="2286000" algn="l">
              <a:lnSpc>
                <a:spcPct val="120000"/>
              </a:lnSpc>
              <a:spcBef>
                <a:spcPts val="500"/>
              </a:spcBef>
              <a:spcAft>
                <a:spcPts val="0"/>
              </a:spcAft>
              <a:buClr>
                <a:schemeClr val="dk1"/>
              </a:buClr>
              <a:buSzPts val="16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4" name="Google Shape;124;p29"/>
          <p:cNvSpPr txBox="1"/>
          <p:nvPr>
            <p:ph idx="3" type="body"/>
          </p:nvPr>
        </p:nvSpPr>
        <p:spPr>
          <a:xfrm>
            <a:off x="6766560" y="2112264"/>
            <a:ext cx="4846320" cy="823912"/>
          </a:xfrm>
          <a:prstGeom prst="rect">
            <a:avLst/>
          </a:prstGeom>
          <a:noFill/>
          <a:ln>
            <a:noFill/>
          </a:ln>
        </p:spPr>
        <p:txBody>
          <a:bodyPr anchorCtr="0" anchor="b" bIns="0" lIns="0" spcFirstLastPara="1" rIns="0" wrap="square" tIns="0">
            <a:normAutofit/>
          </a:bodyPr>
          <a:lstStyle>
            <a:lvl1pPr indent="-228600" lvl="0" marL="457200" algn="l">
              <a:lnSpc>
                <a:spcPct val="120000"/>
              </a:lnSpc>
              <a:spcBef>
                <a:spcPts val="1000"/>
              </a:spcBef>
              <a:spcAft>
                <a:spcPts val="0"/>
              </a:spcAft>
              <a:buClr>
                <a:schemeClr val="dk1"/>
              </a:buClr>
              <a:buSzPts val="2400"/>
              <a:buNone/>
              <a:defRPr b="1" sz="2400"/>
            </a:lvl1pPr>
            <a:lvl2pPr indent="-228600" lvl="1" marL="914400" algn="l">
              <a:lnSpc>
                <a:spcPct val="120000"/>
              </a:lnSpc>
              <a:spcBef>
                <a:spcPts val="500"/>
              </a:spcBef>
              <a:spcAft>
                <a:spcPts val="0"/>
              </a:spcAft>
              <a:buClr>
                <a:schemeClr val="dk1"/>
              </a:buClr>
              <a:buSzPts val="2000"/>
              <a:buNone/>
              <a:defRPr b="1" sz="2000"/>
            </a:lvl2pPr>
            <a:lvl3pPr indent="-228600" lvl="2" marL="1371600" algn="l">
              <a:lnSpc>
                <a:spcPct val="120000"/>
              </a:lnSpc>
              <a:spcBef>
                <a:spcPts val="500"/>
              </a:spcBef>
              <a:spcAft>
                <a:spcPts val="0"/>
              </a:spcAft>
              <a:buClr>
                <a:schemeClr val="dk1"/>
              </a:buClr>
              <a:buSzPts val="1800"/>
              <a:buNone/>
              <a:defRPr b="1" sz="1800"/>
            </a:lvl3pPr>
            <a:lvl4pPr indent="-228600" lvl="3" marL="1828800" algn="l">
              <a:lnSpc>
                <a:spcPct val="120000"/>
              </a:lnSpc>
              <a:spcBef>
                <a:spcPts val="500"/>
              </a:spcBef>
              <a:spcAft>
                <a:spcPts val="0"/>
              </a:spcAft>
              <a:buClr>
                <a:schemeClr val="dk1"/>
              </a:buClr>
              <a:buSzPts val="1600"/>
              <a:buNone/>
              <a:defRPr b="1" sz="1600"/>
            </a:lvl4pPr>
            <a:lvl5pPr indent="-228600" lvl="4" marL="2286000" algn="l">
              <a:lnSpc>
                <a:spcPct val="12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25" name="Google Shape;125;p29"/>
          <p:cNvSpPr txBox="1"/>
          <p:nvPr>
            <p:ph idx="4" type="body"/>
          </p:nvPr>
        </p:nvSpPr>
        <p:spPr>
          <a:xfrm>
            <a:off x="6766560" y="3018471"/>
            <a:ext cx="4841076" cy="3104857"/>
          </a:xfrm>
          <a:prstGeom prst="rect">
            <a:avLst/>
          </a:prstGeom>
          <a:noFill/>
          <a:ln>
            <a:noFill/>
          </a:ln>
        </p:spPr>
        <p:txBody>
          <a:bodyPr anchorCtr="0" anchor="t" bIns="0" lIns="0" spcFirstLastPara="1" rIns="0" wrap="square" tIns="0">
            <a:normAutofit/>
          </a:bodyPr>
          <a:lstStyle>
            <a:lvl1pPr indent="-355600" lvl="0" marL="457200" algn="l">
              <a:lnSpc>
                <a:spcPct val="120000"/>
              </a:lnSpc>
              <a:spcBef>
                <a:spcPts val="1000"/>
              </a:spcBef>
              <a:spcAft>
                <a:spcPts val="0"/>
              </a:spcAft>
              <a:buClr>
                <a:schemeClr val="dk1"/>
              </a:buClr>
              <a:buSzPts val="2000"/>
              <a:buChar char="•"/>
              <a:defRPr/>
            </a:lvl1pPr>
            <a:lvl2pPr indent="-355600" lvl="1" marL="914400" algn="l">
              <a:lnSpc>
                <a:spcPct val="120000"/>
              </a:lnSpc>
              <a:spcBef>
                <a:spcPts val="500"/>
              </a:spcBef>
              <a:spcAft>
                <a:spcPts val="0"/>
              </a:spcAft>
              <a:buClr>
                <a:schemeClr val="dk1"/>
              </a:buClr>
              <a:buSzPts val="2000"/>
              <a:buChar char="•"/>
              <a:defRPr/>
            </a:lvl2pPr>
            <a:lvl3pPr indent="-342900" lvl="2" marL="1371600" algn="l">
              <a:lnSpc>
                <a:spcPct val="120000"/>
              </a:lnSpc>
              <a:spcBef>
                <a:spcPts val="500"/>
              </a:spcBef>
              <a:spcAft>
                <a:spcPts val="0"/>
              </a:spcAft>
              <a:buClr>
                <a:schemeClr val="dk1"/>
              </a:buClr>
              <a:buSzPts val="1800"/>
              <a:buChar char="•"/>
              <a:defRPr/>
            </a:lvl3pPr>
            <a:lvl4pPr indent="-330200" lvl="3" marL="1828800" algn="l">
              <a:lnSpc>
                <a:spcPct val="120000"/>
              </a:lnSpc>
              <a:spcBef>
                <a:spcPts val="500"/>
              </a:spcBef>
              <a:spcAft>
                <a:spcPts val="0"/>
              </a:spcAft>
              <a:buClr>
                <a:schemeClr val="dk1"/>
              </a:buClr>
              <a:buSzPts val="1600"/>
              <a:buChar char="•"/>
              <a:defRPr/>
            </a:lvl4pPr>
            <a:lvl5pPr indent="-330200" lvl="4" marL="2286000" algn="l">
              <a:lnSpc>
                <a:spcPct val="120000"/>
              </a:lnSpc>
              <a:spcBef>
                <a:spcPts val="500"/>
              </a:spcBef>
              <a:spcAft>
                <a:spcPts val="0"/>
              </a:spcAft>
              <a:buClr>
                <a:schemeClr val="dk1"/>
              </a:buClr>
              <a:buSzPts val="16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6" name="Google Shape;126;p29"/>
          <p:cNvSpPr txBox="1"/>
          <p:nvPr>
            <p:ph idx="10" type="dt"/>
          </p:nvPr>
        </p:nvSpPr>
        <p:spPr>
          <a:xfrm>
            <a:off x="7909560" y="6409944"/>
            <a:ext cx="3703320" cy="44805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29"/>
          <p:cNvSpPr txBox="1"/>
          <p:nvPr>
            <p:ph idx="12" type="sldNum"/>
          </p:nvPr>
        </p:nvSpPr>
        <p:spPr>
          <a:xfrm>
            <a:off x="11667744" y="6409944"/>
            <a:ext cx="438912" cy="44805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lumna de contenido 3">
  <p:cSld name="Columna de contenido 3">
    <p:spTree>
      <p:nvGrpSpPr>
        <p:cNvPr id="128" name="Shape 128"/>
        <p:cNvGrpSpPr/>
        <p:nvPr/>
      </p:nvGrpSpPr>
      <p:grpSpPr>
        <a:xfrm>
          <a:off x="0" y="0"/>
          <a:ext cx="0" cy="0"/>
          <a:chOff x="0" y="0"/>
          <a:chExt cx="0" cy="0"/>
        </a:xfrm>
      </p:grpSpPr>
      <p:sp>
        <p:nvSpPr>
          <p:cNvPr id="129" name="Google Shape;129;p30"/>
          <p:cNvSpPr txBox="1"/>
          <p:nvPr>
            <p:ph type="title"/>
          </p:nvPr>
        </p:nvSpPr>
        <p:spPr>
          <a:xfrm>
            <a:off x="1371600" y="795528"/>
            <a:ext cx="10241280" cy="1234440"/>
          </a:xfrm>
          <a:prstGeom prst="rect">
            <a:avLst/>
          </a:prstGeom>
          <a:noFill/>
          <a:ln>
            <a:noFill/>
          </a:ln>
        </p:spPr>
        <p:txBody>
          <a:bodyPr anchorCtr="0" anchor="b" bIns="0" lIns="0" spcFirstLastPara="1" rIns="0" wrap="square" tIns="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0" name="Google Shape;130;p30"/>
          <p:cNvSpPr txBox="1"/>
          <p:nvPr>
            <p:ph idx="11" type="ftr"/>
          </p:nvPr>
        </p:nvSpPr>
        <p:spPr>
          <a:xfrm rot="5400000">
            <a:off x="-1828800" y="1911096"/>
            <a:ext cx="41148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30"/>
          <p:cNvSpPr txBox="1"/>
          <p:nvPr>
            <p:ph idx="1" type="body"/>
          </p:nvPr>
        </p:nvSpPr>
        <p:spPr>
          <a:xfrm>
            <a:off x="1371600" y="2112264"/>
            <a:ext cx="3200400" cy="823912"/>
          </a:xfrm>
          <a:prstGeom prst="rect">
            <a:avLst/>
          </a:prstGeom>
          <a:noFill/>
          <a:ln>
            <a:noFill/>
          </a:ln>
        </p:spPr>
        <p:txBody>
          <a:bodyPr anchorCtr="0" anchor="b" bIns="0" lIns="0" spcFirstLastPara="1" rIns="0" wrap="square" tIns="0">
            <a:noAutofit/>
          </a:bodyPr>
          <a:lstStyle>
            <a:lvl1pPr indent="-228600" lvl="0" marL="457200" algn="l">
              <a:lnSpc>
                <a:spcPct val="120000"/>
              </a:lnSpc>
              <a:spcBef>
                <a:spcPts val="1000"/>
              </a:spcBef>
              <a:spcAft>
                <a:spcPts val="0"/>
              </a:spcAft>
              <a:buClr>
                <a:schemeClr val="dk1"/>
              </a:buClr>
              <a:buSzPts val="2000"/>
              <a:buNone/>
              <a:defRPr b="1" sz="2000"/>
            </a:lvl1pPr>
            <a:lvl2pPr indent="-228600" lvl="1" marL="914400" algn="l">
              <a:lnSpc>
                <a:spcPct val="120000"/>
              </a:lnSpc>
              <a:spcBef>
                <a:spcPts val="500"/>
              </a:spcBef>
              <a:spcAft>
                <a:spcPts val="0"/>
              </a:spcAft>
              <a:buClr>
                <a:schemeClr val="dk1"/>
              </a:buClr>
              <a:buSzPts val="2000"/>
              <a:buNone/>
              <a:defRPr b="1" sz="2000"/>
            </a:lvl2pPr>
            <a:lvl3pPr indent="-228600" lvl="2" marL="1371600" algn="l">
              <a:lnSpc>
                <a:spcPct val="120000"/>
              </a:lnSpc>
              <a:spcBef>
                <a:spcPts val="500"/>
              </a:spcBef>
              <a:spcAft>
                <a:spcPts val="0"/>
              </a:spcAft>
              <a:buClr>
                <a:schemeClr val="dk1"/>
              </a:buClr>
              <a:buSzPts val="1800"/>
              <a:buNone/>
              <a:defRPr b="1" sz="1800"/>
            </a:lvl3pPr>
            <a:lvl4pPr indent="-228600" lvl="3" marL="1828800" algn="l">
              <a:lnSpc>
                <a:spcPct val="120000"/>
              </a:lnSpc>
              <a:spcBef>
                <a:spcPts val="500"/>
              </a:spcBef>
              <a:spcAft>
                <a:spcPts val="0"/>
              </a:spcAft>
              <a:buClr>
                <a:schemeClr val="dk1"/>
              </a:buClr>
              <a:buSzPts val="1600"/>
              <a:buNone/>
              <a:defRPr b="1" sz="1600"/>
            </a:lvl4pPr>
            <a:lvl5pPr indent="-228600" lvl="4" marL="2286000" algn="l">
              <a:lnSpc>
                <a:spcPct val="12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32" name="Google Shape;132;p30"/>
          <p:cNvSpPr txBox="1"/>
          <p:nvPr>
            <p:ph idx="2" type="body"/>
          </p:nvPr>
        </p:nvSpPr>
        <p:spPr>
          <a:xfrm>
            <a:off x="1371600" y="3018472"/>
            <a:ext cx="3200400" cy="3104856"/>
          </a:xfrm>
          <a:prstGeom prst="rect">
            <a:avLst/>
          </a:prstGeom>
          <a:noFill/>
          <a:ln>
            <a:noFill/>
          </a:ln>
        </p:spPr>
        <p:txBody>
          <a:bodyPr anchorCtr="0" anchor="t" bIns="0" lIns="0" spcFirstLastPara="1" rIns="0" wrap="square" tIns="0">
            <a:normAutofit/>
          </a:bodyPr>
          <a:lstStyle>
            <a:lvl1pPr indent="-342900" lvl="0" marL="457200" algn="l">
              <a:lnSpc>
                <a:spcPct val="120000"/>
              </a:lnSpc>
              <a:spcBef>
                <a:spcPts val="1000"/>
              </a:spcBef>
              <a:spcAft>
                <a:spcPts val="0"/>
              </a:spcAft>
              <a:buClr>
                <a:schemeClr val="dk1"/>
              </a:buClr>
              <a:buSzPts val="1800"/>
              <a:buChar char="•"/>
              <a:defRPr sz="1800"/>
            </a:lvl1pPr>
            <a:lvl2pPr indent="-342900" lvl="1" marL="914400" algn="l">
              <a:lnSpc>
                <a:spcPct val="120000"/>
              </a:lnSpc>
              <a:spcBef>
                <a:spcPts val="500"/>
              </a:spcBef>
              <a:spcAft>
                <a:spcPts val="0"/>
              </a:spcAft>
              <a:buClr>
                <a:schemeClr val="dk1"/>
              </a:buClr>
              <a:buSzPts val="1800"/>
              <a:buChar char="•"/>
              <a:defRPr sz="1800"/>
            </a:lvl2pPr>
            <a:lvl3pPr indent="-330200" lvl="2" marL="1371600" algn="l">
              <a:lnSpc>
                <a:spcPct val="120000"/>
              </a:lnSpc>
              <a:spcBef>
                <a:spcPts val="500"/>
              </a:spcBef>
              <a:spcAft>
                <a:spcPts val="0"/>
              </a:spcAft>
              <a:buClr>
                <a:schemeClr val="dk1"/>
              </a:buClr>
              <a:buSzPts val="1600"/>
              <a:buChar char="•"/>
              <a:defRPr sz="1600"/>
            </a:lvl3pPr>
            <a:lvl4pPr indent="-317500" lvl="3" marL="1828800" algn="l">
              <a:lnSpc>
                <a:spcPct val="120000"/>
              </a:lnSpc>
              <a:spcBef>
                <a:spcPts val="500"/>
              </a:spcBef>
              <a:spcAft>
                <a:spcPts val="0"/>
              </a:spcAft>
              <a:buClr>
                <a:schemeClr val="dk1"/>
              </a:buClr>
              <a:buSzPts val="1400"/>
              <a:buChar char="•"/>
              <a:defRPr sz="1400"/>
            </a:lvl4pPr>
            <a:lvl5pPr indent="-317500" lvl="4" marL="2286000" algn="l">
              <a:lnSpc>
                <a:spcPct val="120000"/>
              </a:lnSpc>
              <a:spcBef>
                <a:spcPts val="5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3" name="Google Shape;133;p30"/>
          <p:cNvSpPr txBox="1"/>
          <p:nvPr>
            <p:ph idx="3" type="body"/>
          </p:nvPr>
        </p:nvSpPr>
        <p:spPr>
          <a:xfrm>
            <a:off x="4892040" y="2109976"/>
            <a:ext cx="3200400" cy="823912"/>
          </a:xfrm>
          <a:prstGeom prst="rect">
            <a:avLst/>
          </a:prstGeom>
          <a:noFill/>
          <a:ln>
            <a:noFill/>
          </a:ln>
        </p:spPr>
        <p:txBody>
          <a:bodyPr anchorCtr="0" anchor="b" bIns="0" lIns="0" spcFirstLastPara="1" rIns="0" wrap="square" tIns="0">
            <a:noAutofit/>
          </a:bodyPr>
          <a:lstStyle>
            <a:lvl1pPr indent="-228600" lvl="0" marL="457200" algn="l">
              <a:lnSpc>
                <a:spcPct val="120000"/>
              </a:lnSpc>
              <a:spcBef>
                <a:spcPts val="1000"/>
              </a:spcBef>
              <a:spcAft>
                <a:spcPts val="0"/>
              </a:spcAft>
              <a:buClr>
                <a:schemeClr val="dk1"/>
              </a:buClr>
              <a:buSzPts val="2000"/>
              <a:buNone/>
              <a:defRPr b="1" sz="2000"/>
            </a:lvl1pPr>
            <a:lvl2pPr indent="-228600" lvl="1" marL="914400" algn="l">
              <a:lnSpc>
                <a:spcPct val="120000"/>
              </a:lnSpc>
              <a:spcBef>
                <a:spcPts val="500"/>
              </a:spcBef>
              <a:spcAft>
                <a:spcPts val="0"/>
              </a:spcAft>
              <a:buClr>
                <a:schemeClr val="dk1"/>
              </a:buClr>
              <a:buSzPts val="2000"/>
              <a:buNone/>
              <a:defRPr b="1" sz="2000"/>
            </a:lvl2pPr>
            <a:lvl3pPr indent="-228600" lvl="2" marL="1371600" algn="l">
              <a:lnSpc>
                <a:spcPct val="120000"/>
              </a:lnSpc>
              <a:spcBef>
                <a:spcPts val="500"/>
              </a:spcBef>
              <a:spcAft>
                <a:spcPts val="0"/>
              </a:spcAft>
              <a:buClr>
                <a:schemeClr val="dk1"/>
              </a:buClr>
              <a:buSzPts val="1800"/>
              <a:buNone/>
              <a:defRPr b="1" sz="1800"/>
            </a:lvl3pPr>
            <a:lvl4pPr indent="-228600" lvl="3" marL="1828800" algn="l">
              <a:lnSpc>
                <a:spcPct val="120000"/>
              </a:lnSpc>
              <a:spcBef>
                <a:spcPts val="500"/>
              </a:spcBef>
              <a:spcAft>
                <a:spcPts val="0"/>
              </a:spcAft>
              <a:buClr>
                <a:schemeClr val="dk1"/>
              </a:buClr>
              <a:buSzPts val="1600"/>
              <a:buNone/>
              <a:defRPr b="1" sz="1600"/>
            </a:lvl4pPr>
            <a:lvl5pPr indent="-228600" lvl="4" marL="2286000" algn="l">
              <a:lnSpc>
                <a:spcPct val="12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34" name="Google Shape;134;p30"/>
          <p:cNvSpPr txBox="1"/>
          <p:nvPr>
            <p:ph idx="4" type="body"/>
          </p:nvPr>
        </p:nvSpPr>
        <p:spPr>
          <a:xfrm>
            <a:off x="4892040" y="3016183"/>
            <a:ext cx="3200400" cy="3104857"/>
          </a:xfrm>
          <a:prstGeom prst="rect">
            <a:avLst/>
          </a:prstGeom>
          <a:noFill/>
          <a:ln>
            <a:noFill/>
          </a:ln>
        </p:spPr>
        <p:txBody>
          <a:bodyPr anchorCtr="0" anchor="t" bIns="0" lIns="0" spcFirstLastPara="1" rIns="0" wrap="square" tIns="0">
            <a:normAutofit/>
          </a:bodyPr>
          <a:lstStyle>
            <a:lvl1pPr indent="-342900" lvl="0" marL="457200" algn="l">
              <a:lnSpc>
                <a:spcPct val="120000"/>
              </a:lnSpc>
              <a:spcBef>
                <a:spcPts val="1000"/>
              </a:spcBef>
              <a:spcAft>
                <a:spcPts val="0"/>
              </a:spcAft>
              <a:buClr>
                <a:schemeClr val="dk1"/>
              </a:buClr>
              <a:buSzPts val="1800"/>
              <a:buChar char="•"/>
              <a:defRPr sz="1800"/>
            </a:lvl1pPr>
            <a:lvl2pPr indent="-342900" lvl="1" marL="914400" algn="l">
              <a:lnSpc>
                <a:spcPct val="120000"/>
              </a:lnSpc>
              <a:spcBef>
                <a:spcPts val="500"/>
              </a:spcBef>
              <a:spcAft>
                <a:spcPts val="0"/>
              </a:spcAft>
              <a:buClr>
                <a:schemeClr val="dk1"/>
              </a:buClr>
              <a:buSzPts val="1800"/>
              <a:buChar char="•"/>
              <a:defRPr sz="1800"/>
            </a:lvl2pPr>
            <a:lvl3pPr indent="-330200" lvl="2" marL="1371600" algn="l">
              <a:lnSpc>
                <a:spcPct val="120000"/>
              </a:lnSpc>
              <a:spcBef>
                <a:spcPts val="500"/>
              </a:spcBef>
              <a:spcAft>
                <a:spcPts val="0"/>
              </a:spcAft>
              <a:buClr>
                <a:schemeClr val="dk1"/>
              </a:buClr>
              <a:buSzPts val="1600"/>
              <a:buChar char="•"/>
              <a:defRPr sz="1600"/>
            </a:lvl3pPr>
            <a:lvl4pPr indent="-317500" lvl="3" marL="1828800" algn="l">
              <a:lnSpc>
                <a:spcPct val="120000"/>
              </a:lnSpc>
              <a:spcBef>
                <a:spcPts val="500"/>
              </a:spcBef>
              <a:spcAft>
                <a:spcPts val="0"/>
              </a:spcAft>
              <a:buClr>
                <a:schemeClr val="dk1"/>
              </a:buClr>
              <a:buSzPts val="1400"/>
              <a:buChar char="•"/>
              <a:defRPr sz="1400"/>
            </a:lvl4pPr>
            <a:lvl5pPr indent="-317500" lvl="4" marL="2286000" algn="l">
              <a:lnSpc>
                <a:spcPct val="120000"/>
              </a:lnSpc>
              <a:spcBef>
                <a:spcPts val="5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5" name="Google Shape;135;p30"/>
          <p:cNvSpPr txBox="1"/>
          <p:nvPr>
            <p:ph idx="5" type="body"/>
          </p:nvPr>
        </p:nvSpPr>
        <p:spPr>
          <a:xfrm>
            <a:off x="8412480" y="2112263"/>
            <a:ext cx="3200400" cy="823912"/>
          </a:xfrm>
          <a:prstGeom prst="rect">
            <a:avLst/>
          </a:prstGeom>
          <a:noFill/>
          <a:ln>
            <a:noFill/>
          </a:ln>
        </p:spPr>
        <p:txBody>
          <a:bodyPr anchorCtr="0" anchor="b" bIns="0" lIns="0" spcFirstLastPara="1" rIns="0" wrap="square" tIns="0">
            <a:noAutofit/>
          </a:bodyPr>
          <a:lstStyle>
            <a:lvl1pPr indent="-228600" lvl="0" marL="457200" algn="l">
              <a:lnSpc>
                <a:spcPct val="120000"/>
              </a:lnSpc>
              <a:spcBef>
                <a:spcPts val="1000"/>
              </a:spcBef>
              <a:spcAft>
                <a:spcPts val="0"/>
              </a:spcAft>
              <a:buClr>
                <a:schemeClr val="dk1"/>
              </a:buClr>
              <a:buSzPts val="2000"/>
              <a:buNone/>
              <a:defRPr b="1" sz="2000"/>
            </a:lvl1pPr>
            <a:lvl2pPr indent="-228600" lvl="1" marL="914400" algn="l">
              <a:lnSpc>
                <a:spcPct val="120000"/>
              </a:lnSpc>
              <a:spcBef>
                <a:spcPts val="500"/>
              </a:spcBef>
              <a:spcAft>
                <a:spcPts val="0"/>
              </a:spcAft>
              <a:buClr>
                <a:schemeClr val="dk1"/>
              </a:buClr>
              <a:buSzPts val="2000"/>
              <a:buNone/>
              <a:defRPr b="1" sz="2000"/>
            </a:lvl2pPr>
            <a:lvl3pPr indent="-228600" lvl="2" marL="1371600" algn="l">
              <a:lnSpc>
                <a:spcPct val="120000"/>
              </a:lnSpc>
              <a:spcBef>
                <a:spcPts val="500"/>
              </a:spcBef>
              <a:spcAft>
                <a:spcPts val="0"/>
              </a:spcAft>
              <a:buClr>
                <a:schemeClr val="dk1"/>
              </a:buClr>
              <a:buSzPts val="1800"/>
              <a:buNone/>
              <a:defRPr b="1" sz="1800"/>
            </a:lvl3pPr>
            <a:lvl4pPr indent="-228600" lvl="3" marL="1828800" algn="l">
              <a:lnSpc>
                <a:spcPct val="120000"/>
              </a:lnSpc>
              <a:spcBef>
                <a:spcPts val="500"/>
              </a:spcBef>
              <a:spcAft>
                <a:spcPts val="0"/>
              </a:spcAft>
              <a:buClr>
                <a:schemeClr val="dk1"/>
              </a:buClr>
              <a:buSzPts val="1600"/>
              <a:buNone/>
              <a:defRPr b="1" sz="1600"/>
            </a:lvl4pPr>
            <a:lvl5pPr indent="-228600" lvl="4" marL="2286000" algn="l">
              <a:lnSpc>
                <a:spcPct val="12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36" name="Google Shape;136;p30"/>
          <p:cNvSpPr txBox="1"/>
          <p:nvPr>
            <p:ph idx="6" type="body"/>
          </p:nvPr>
        </p:nvSpPr>
        <p:spPr>
          <a:xfrm>
            <a:off x="8412480" y="3018470"/>
            <a:ext cx="3200400" cy="3104857"/>
          </a:xfrm>
          <a:prstGeom prst="rect">
            <a:avLst/>
          </a:prstGeom>
          <a:noFill/>
          <a:ln>
            <a:noFill/>
          </a:ln>
        </p:spPr>
        <p:txBody>
          <a:bodyPr anchorCtr="0" anchor="t" bIns="0" lIns="0" spcFirstLastPara="1" rIns="0" wrap="square" tIns="0">
            <a:normAutofit/>
          </a:bodyPr>
          <a:lstStyle>
            <a:lvl1pPr indent="-342900" lvl="0" marL="457200" algn="l">
              <a:lnSpc>
                <a:spcPct val="120000"/>
              </a:lnSpc>
              <a:spcBef>
                <a:spcPts val="1000"/>
              </a:spcBef>
              <a:spcAft>
                <a:spcPts val="0"/>
              </a:spcAft>
              <a:buClr>
                <a:schemeClr val="dk1"/>
              </a:buClr>
              <a:buSzPts val="1800"/>
              <a:buChar char="•"/>
              <a:defRPr sz="1800"/>
            </a:lvl1pPr>
            <a:lvl2pPr indent="-342900" lvl="1" marL="914400" algn="l">
              <a:lnSpc>
                <a:spcPct val="120000"/>
              </a:lnSpc>
              <a:spcBef>
                <a:spcPts val="500"/>
              </a:spcBef>
              <a:spcAft>
                <a:spcPts val="0"/>
              </a:spcAft>
              <a:buClr>
                <a:schemeClr val="dk1"/>
              </a:buClr>
              <a:buSzPts val="1800"/>
              <a:buChar char="•"/>
              <a:defRPr sz="1800"/>
            </a:lvl2pPr>
            <a:lvl3pPr indent="-330200" lvl="2" marL="1371600" algn="l">
              <a:lnSpc>
                <a:spcPct val="120000"/>
              </a:lnSpc>
              <a:spcBef>
                <a:spcPts val="500"/>
              </a:spcBef>
              <a:spcAft>
                <a:spcPts val="0"/>
              </a:spcAft>
              <a:buClr>
                <a:schemeClr val="dk1"/>
              </a:buClr>
              <a:buSzPts val="1600"/>
              <a:buChar char="•"/>
              <a:defRPr sz="1600"/>
            </a:lvl3pPr>
            <a:lvl4pPr indent="-317500" lvl="3" marL="1828800" algn="l">
              <a:lnSpc>
                <a:spcPct val="120000"/>
              </a:lnSpc>
              <a:spcBef>
                <a:spcPts val="500"/>
              </a:spcBef>
              <a:spcAft>
                <a:spcPts val="0"/>
              </a:spcAft>
              <a:buClr>
                <a:schemeClr val="dk1"/>
              </a:buClr>
              <a:buSzPts val="1400"/>
              <a:buChar char="•"/>
              <a:defRPr sz="1400"/>
            </a:lvl4pPr>
            <a:lvl5pPr indent="-317500" lvl="4" marL="2286000" algn="l">
              <a:lnSpc>
                <a:spcPct val="120000"/>
              </a:lnSpc>
              <a:spcBef>
                <a:spcPts val="5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7" name="Google Shape;137;p30"/>
          <p:cNvSpPr txBox="1"/>
          <p:nvPr>
            <p:ph idx="10" type="dt"/>
          </p:nvPr>
        </p:nvSpPr>
        <p:spPr>
          <a:xfrm>
            <a:off x="7909560" y="6409944"/>
            <a:ext cx="3703320" cy="44805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30"/>
          <p:cNvSpPr txBox="1"/>
          <p:nvPr>
            <p:ph idx="12" type="sldNum"/>
          </p:nvPr>
        </p:nvSpPr>
        <p:spPr>
          <a:xfrm>
            <a:off x="11667744" y="6409944"/>
            <a:ext cx="438912" cy="44805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Resumen">
  <p:cSld name="12_Resumen">
    <p:spTree>
      <p:nvGrpSpPr>
        <p:cNvPr id="139" name="Shape 139"/>
        <p:cNvGrpSpPr/>
        <p:nvPr/>
      </p:nvGrpSpPr>
      <p:grpSpPr>
        <a:xfrm>
          <a:off x="0" y="0"/>
          <a:ext cx="0" cy="0"/>
          <a:chOff x="0" y="0"/>
          <a:chExt cx="0" cy="0"/>
        </a:xfrm>
      </p:grpSpPr>
      <p:sp>
        <p:nvSpPr>
          <p:cNvPr id="140" name="Google Shape;140;p31"/>
          <p:cNvSpPr/>
          <p:nvPr/>
        </p:nvSpPr>
        <p:spPr>
          <a:xfrm flipH="1">
            <a:off x="0" y="0"/>
            <a:ext cx="6096000" cy="6867136"/>
          </a:xfrm>
          <a:prstGeom prst="rect">
            <a:avLst/>
          </a:prstGeom>
          <a:gradFill>
            <a:gsLst>
              <a:gs pos="0">
                <a:schemeClr val="accent6"/>
              </a:gs>
              <a:gs pos="8000">
                <a:schemeClr val="accent6"/>
              </a:gs>
              <a:gs pos="100000">
                <a:srgbClr val="DA002F">
                  <a:alpha val="89020"/>
                </a:srgbClr>
              </a:gs>
            </a:gsLst>
            <a:lin ang="3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41" name="Google Shape;141;p31"/>
          <p:cNvSpPr/>
          <p:nvPr/>
        </p:nvSpPr>
        <p:spPr>
          <a:xfrm flipH="1">
            <a:off x="457200" y="17416"/>
            <a:ext cx="5638800" cy="6840584"/>
          </a:xfrm>
          <a:prstGeom prst="rect">
            <a:avLst/>
          </a:prstGeom>
          <a:gradFill>
            <a:gsLst>
              <a:gs pos="0">
                <a:srgbClr val="FE4F74">
                  <a:alpha val="0"/>
                </a:srgbClr>
              </a:gs>
              <a:gs pos="24000">
                <a:srgbClr val="FE4F74">
                  <a:alpha val="0"/>
                </a:srgbClr>
              </a:gs>
              <a:gs pos="99000">
                <a:srgbClr val="92248E">
                  <a:alpha val="85098"/>
                </a:srgbClr>
              </a:gs>
              <a:gs pos="100000">
                <a:srgbClr val="92248E">
                  <a:alpha val="85098"/>
                </a:srgbClr>
              </a:gs>
            </a:gsLst>
            <a:lin ang="66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42" name="Google Shape;142;p31"/>
          <p:cNvSpPr/>
          <p:nvPr/>
        </p:nvSpPr>
        <p:spPr>
          <a:xfrm flipH="1" rot="5400000">
            <a:off x="-170122" y="389706"/>
            <a:ext cx="6422401" cy="6096002"/>
          </a:xfrm>
          <a:prstGeom prst="rect">
            <a:avLst/>
          </a:prstGeom>
          <a:gradFill>
            <a:gsLst>
              <a:gs pos="0">
                <a:srgbClr val="DA002F">
                  <a:alpha val="27843"/>
                </a:srgbClr>
              </a:gs>
              <a:gs pos="2000">
                <a:srgbClr val="DA002F">
                  <a:alpha val="27843"/>
                </a:srgbClr>
              </a:gs>
              <a:gs pos="78000">
                <a:srgbClr val="FE4A00">
                  <a:alpha val="0"/>
                </a:srgbClr>
              </a:gs>
              <a:gs pos="100000">
                <a:srgbClr val="FE4A00">
                  <a:alpha val="0"/>
                </a:srgbClr>
              </a:gs>
            </a:gsLst>
            <a:lin ang="10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43" name="Google Shape;143;p31"/>
          <p:cNvSpPr/>
          <p:nvPr/>
        </p:nvSpPr>
        <p:spPr>
          <a:xfrm rot="-5400000">
            <a:off x="517670" y="1253114"/>
            <a:ext cx="6840582" cy="4316082"/>
          </a:xfrm>
          <a:prstGeom prst="rect">
            <a:avLst/>
          </a:prstGeom>
          <a:gradFill>
            <a:gsLst>
              <a:gs pos="0">
                <a:srgbClr val="93248C">
                  <a:alpha val="10980"/>
                </a:srgbClr>
              </a:gs>
              <a:gs pos="44000">
                <a:srgbClr val="93248C">
                  <a:alpha val="10980"/>
                </a:srgbClr>
              </a:gs>
              <a:gs pos="99000">
                <a:srgbClr val="92248E">
                  <a:alpha val="0"/>
                </a:srgbClr>
              </a:gs>
              <a:gs pos="100000">
                <a:srgbClr val="92248E">
                  <a:alpha val="0"/>
                </a:srgbClr>
              </a:gs>
            </a:gsLst>
            <a:lin ang="19199999"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44" name="Google Shape;144;p31"/>
          <p:cNvSpPr txBox="1"/>
          <p:nvPr>
            <p:ph type="title"/>
          </p:nvPr>
        </p:nvSpPr>
        <p:spPr>
          <a:xfrm>
            <a:off x="914400" y="758997"/>
            <a:ext cx="3319895" cy="5381177"/>
          </a:xfrm>
          <a:prstGeom prst="rect">
            <a:avLst/>
          </a:prstGeom>
          <a:noFill/>
          <a:ln>
            <a:noFill/>
          </a:ln>
        </p:spPr>
        <p:txBody>
          <a:bodyPr anchorCtr="0" anchor="ctr" bIns="0" lIns="0" spcFirstLastPara="1" rIns="0" wrap="square" tIns="0">
            <a:normAutofit/>
          </a:bodyPr>
          <a:lstStyle>
            <a:lvl1pPr lvl="0" algn="l">
              <a:lnSpc>
                <a:spcPct val="100000"/>
              </a:lnSpc>
              <a:spcBef>
                <a:spcPts val="0"/>
              </a:spcBef>
              <a:spcAft>
                <a:spcPts val="0"/>
              </a:spcAft>
              <a:buClr>
                <a:schemeClr val="lt1"/>
              </a:buClr>
              <a:buSzPts val="3600"/>
              <a:buFont typeface="Avenir"/>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5" name="Google Shape;145;p31"/>
          <p:cNvSpPr/>
          <p:nvPr/>
        </p:nvSpPr>
        <p:spPr>
          <a:xfrm rot="-6692243">
            <a:off x="-619013" y="1524958"/>
            <a:ext cx="4648282" cy="4433301"/>
          </a:xfrm>
          <a:custGeom>
            <a:rect b="b" l="l" r="r" t="t"/>
            <a:pathLst>
              <a:path extrusionOk="0" h="4433301" w="4648282">
                <a:moveTo>
                  <a:pt x="4465639" y="3013821"/>
                </a:moveTo>
                <a:cubicBezTo>
                  <a:pt x="4112816" y="3847990"/>
                  <a:pt x="3286832" y="4433301"/>
                  <a:pt x="2324141" y="4433301"/>
                </a:cubicBezTo>
                <a:cubicBezTo>
                  <a:pt x="1040553" y="4433301"/>
                  <a:pt x="0" y="3392748"/>
                  <a:pt x="0" y="2109160"/>
                </a:cubicBezTo>
                <a:cubicBezTo>
                  <a:pt x="0" y="1226693"/>
                  <a:pt x="491824" y="459098"/>
                  <a:pt x="1216317" y="65530"/>
                </a:cubicBezTo>
                <a:lnTo>
                  <a:pt x="1352350" y="0"/>
                </a:lnTo>
                <a:lnTo>
                  <a:pt x="4475994" y="1232791"/>
                </a:lnTo>
                <a:lnTo>
                  <a:pt x="4543793" y="1418031"/>
                </a:lnTo>
                <a:cubicBezTo>
                  <a:pt x="4611700" y="1636359"/>
                  <a:pt x="4648282" y="1868487"/>
                  <a:pt x="4648282" y="2109160"/>
                </a:cubicBezTo>
                <a:cubicBezTo>
                  <a:pt x="4648282" y="2430057"/>
                  <a:pt x="4583247" y="2735764"/>
                  <a:pt x="4465639" y="3013821"/>
                </a:cubicBezTo>
                <a:close/>
              </a:path>
            </a:pathLst>
          </a:custGeom>
          <a:gradFill>
            <a:gsLst>
              <a:gs pos="0">
                <a:srgbClr val="FF907A">
                  <a:alpha val="10196"/>
                </a:srgbClr>
              </a:gs>
              <a:gs pos="31000">
                <a:srgbClr val="FF907A">
                  <a:alpha val="10196"/>
                </a:srgbClr>
              </a:gs>
              <a:gs pos="85000">
                <a:srgbClr val="FFBCAF">
                  <a:alpha val="21176"/>
                </a:srgbClr>
              </a:gs>
              <a:gs pos="100000">
                <a:srgbClr val="FFBCAF">
                  <a:alpha val="21176"/>
                </a:srgbClr>
              </a:gs>
            </a:gsLst>
            <a:lin ang="3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46" name="Google Shape;146;p31"/>
          <p:cNvSpPr txBox="1"/>
          <p:nvPr>
            <p:ph idx="11" type="ftr"/>
          </p:nvPr>
        </p:nvSpPr>
        <p:spPr>
          <a:xfrm rot="5400000">
            <a:off x="-1828800" y="1911096"/>
            <a:ext cx="41148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p31"/>
          <p:cNvSpPr/>
          <p:nvPr>
            <p:ph idx="2" type="pic"/>
          </p:nvPr>
        </p:nvSpPr>
        <p:spPr>
          <a:xfrm>
            <a:off x="4608576" y="758952"/>
            <a:ext cx="2962656" cy="2514600"/>
          </a:xfrm>
          <a:prstGeom prst="rect">
            <a:avLst/>
          </a:prstGeom>
          <a:solidFill>
            <a:schemeClr val="accent6"/>
          </a:solidFill>
          <a:ln>
            <a:noFill/>
          </a:ln>
        </p:spPr>
      </p:sp>
      <p:sp>
        <p:nvSpPr>
          <p:cNvPr id="148" name="Google Shape;148;p31"/>
          <p:cNvSpPr/>
          <p:nvPr>
            <p:ph idx="3" type="pic"/>
          </p:nvPr>
        </p:nvSpPr>
        <p:spPr>
          <a:xfrm>
            <a:off x="4608576" y="3593592"/>
            <a:ext cx="2962656" cy="2514600"/>
          </a:xfrm>
          <a:prstGeom prst="rect">
            <a:avLst/>
          </a:prstGeom>
          <a:solidFill>
            <a:schemeClr val="accent6"/>
          </a:solidFill>
          <a:ln>
            <a:noFill/>
          </a:ln>
        </p:spPr>
      </p:sp>
      <p:sp>
        <p:nvSpPr>
          <p:cNvPr id="149" name="Google Shape;149;p31"/>
          <p:cNvSpPr txBox="1"/>
          <p:nvPr>
            <p:ph idx="1" type="body"/>
          </p:nvPr>
        </p:nvSpPr>
        <p:spPr>
          <a:xfrm>
            <a:off x="8089901" y="693738"/>
            <a:ext cx="3522980" cy="5446712"/>
          </a:xfrm>
          <a:prstGeom prst="rect">
            <a:avLst/>
          </a:prstGeom>
          <a:noFill/>
          <a:ln>
            <a:noFill/>
          </a:ln>
        </p:spPr>
        <p:txBody>
          <a:bodyPr anchorCtr="0" anchor="ctr" bIns="0" lIns="0" spcFirstLastPara="1" rIns="0" wrap="square" tIns="0">
            <a:normAutofit/>
          </a:bodyPr>
          <a:lstStyle>
            <a:lvl1pPr indent="-228600" lvl="0" marL="457200" algn="l">
              <a:lnSpc>
                <a:spcPct val="120000"/>
              </a:lnSpc>
              <a:spcBef>
                <a:spcPts val="1000"/>
              </a:spcBef>
              <a:spcAft>
                <a:spcPts val="0"/>
              </a:spcAft>
              <a:buClr>
                <a:schemeClr val="dk1"/>
              </a:buClr>
              <a:buSzPts val="1800"/>
              <a:buNone/>
              <a:defRPr sz="1800"/>
            </a:lvl1pPr>
            <a:lvl2pPr indent="-228600" lvl="1" marL="914400" algn="l">
              <a:lnSpc>
                <a:spcPct val="120000"/>
              </a:lnSpc>
              <a:spcBef>
                <a:spcPts val="500"/>
              </a:spcBef>
              <a:spcAft>
                <a:spcPts val="0"/>
              </a:spcAft>
              <a:buClr>
                <a:schemeClr val="dk1"/>
              </a:buClr>
              <a:buSzPts val="1800"/>
              <a:buNone/>
              <a:defRPr sz="1800"/>
            </a:lvl2pPr>
            <a:lvl3pPr indent="-228600" lvl="2" marL="1371600" algn="l">
              <a:lnSpc>
                <a:spcPct val="120000"/>
              </a:lnSpc>
              <a:spcBef>
                <a:spcPts val="500"/>
              </a:spcBef>
              <a:spcAft>
                <a:spcPts val="0"/>
              </a:spcAft>
              <a:buClr>
                <a:schemeClr val="dk1"/>
              </a:buClr>
              <a:buSzPts val="1800"/>
              <a:buNone/>
              <a:defRPr sz="1800"/>
            </a:lvl3pPr>
            <a:lvl4pPr indent="-228600" lvl="3" marL="1828800" algn="l">
              <a:lnSpc>
                <a:spcPct val="120000"/>
              </a:lnSpc>
              <a:spcBef>
                <a:spcPts val="500"/>
              </a:spcBef>
              <a:spcAft>
                <a:spcPts val="0"/>
              </a:spcAft>
              <a:buClr>
                <a:schemeClr val="dk1"/>
              </a:buClr>
              <a:buSzPts val="1800"/>
              <a:buNone/>
              <a:defRPr sz="1800"/>
            </a:lvl4pPr>
            <a:lvl5pPr indent="-228600" lvl="4" marL="2286000" algn="l">
              <a:lnSpc>
                <a:spcPct val="120000"/>
              </a:lnSpc>
              <a:spcBef>
                <a:spcPts val="500"/>
              </a:spcBef>
              <a:spcAft>
                <a:spcPts val="0"/>
              </a:spcAft>
              <a:buClr>
                <a:schemeClr val="dk1"/>
              </a:buClr>
              <a:buSzPts val="1800"/>
              <a:buNone/>
              <a:defRPr sz="1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0" name="Google Shape;150;p31"/>
          <p:cNvSpPr txBox="1"/>
          <p:nvPr>
            <p:ph idx="10" type="dt"/>
          </p:nvPr>
        </p:nvSpPr>
        <p:spPr>
          <a:xfrm>
            <a:off x="7909560" y="6409944"/>
            <a:ext cx="3703320" cy="44805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1" name="Google Shape;151;p31"/>
          <p:cNvSpPr txBox="1"/>
          <p:nvPr>
            <p:ph idx="12" type="sldNum"/>
          </p:nvPr>
        </p:nvSpPr>
        <p:spPr>
          <a:xfrm>
            <a:off x="11667744" y="6409944"/>
            <a:ext cx="438912" cy="44805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Cierre">
  <p:cSld name="13_Cierre">
    <p:spTree>
      <p:nvGrpSpPr>
        <p:cNvPr id="152" name="Shape 152"/>
        <p:cNvGrpSpPr/>
        <p:nvPr/>
      </p:nvGrpSpPr>
      <p:grpSpPr>
        <a:xfrm>
          <a:off x="0" y="0"/>
          <a:ext cx="0" cy="0"/>
          <a:chOff x="0" y="0"/>
          <a:chExt cx="0" cy="0"/>
        </a:xfrm>
      </p:grpSpPr>
      <p:sp>
        <p:nvSpPr>
          <p:cNvPr id="153" name="Google Shape;153;p32"/>
          <p:cNvSpPr txBox="1"/>
          <p:nvPr>
            <p:ph type="title"/>
          </p:nvPr>
        </p:nvSpPr>
        <p:spPr>
          <a:xfrm>
            <a:off x="8643193" y="457201"/>
            <a:ext cx="3091607" cy="1727643"/>
          </a:xfrm>
          <a:prstGeom prst="rect">
            <a:avLst/>
          </a:prstGeom>
          <a:noFill/>
          <a:ln>
            <a:noFill/>
          </a:ln>
        </p:spPr>
        <p:txBody>
          <a:bodyPr anchorCtr="0" anchor="b" bIns="0" lIns="0" spcFirstLastPara="1" rIns="0" wrap="square" tIns="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4" name="Google Shape;154;p32"/>
          <p:cNvSpPr/>
          <p:nvPr>
            <p:ph idx="2" type="pic"/>
          </p:nvPr>
        </p:nvSpPr>
        <p:spPr>
          <a:xfrm>
            <a:off x="0" y="0"/>
            <a:ext cx="8119872" cy="6409944"/>
          </a:xfrm>
          <a:prstGeom prst="rect">
            <a:avLst/>
          </a:prstGeom>
          <a:solidFill>
            <a:schemeClr val="accent6"/>
          </a:solidFill>
          <a:ln>
            <a:noFill/>
          </a:ln>
        </p:spPr>
      </p:sp>
      <p:sp>
        <p:nvSpPr>
          <p:cNvPr id="155" name="Google Shape;155;p32"/>
          <p:cNvSpPr txBox="1"/>
          <p:nvPr>
            <p:ph idx="11" type="ftr"/>
          </p:nvPr>
        </p:nvSpPr>
        <p:spPr>
          <a:xfrm rot="5400000">
            <a:off x="-1828800" y="1911096"/>
            <a:ext cx="41148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p32"/>
          <p:cNvSpPr txBox="1"/>
          <p:nvPr>
            <p:ph idx="1" type="body"/>
          </p:nvPr>
        </p:nvSpPr>
        <p:spPr>
          <a:xfrm>
            <a:off x="8643938" y="2530475"/>
            <a:ext cx="3023806" cy="3427413"/>
          </a:xfrm>
          <a:prstGeom prst="rect">
            <a:avLst/>
          </a:prstGeom>
          <a:noFill/>
          <a:ln>
            <a:noFill/>
          </a:ln>
        </p:spPr>
        <p:txBody>
          <a:bodyPr anchorCtr="0" anchor="t" bIns="0" lIns="0" spcFirstLastPara="1" rIns="0" wrap="square" tIns="0">
            <a:normAutofit/>
          </a:bodyPr>
          <a:lstStyle>
            <a:lvl1pPr indent="-228600" lvl="0" marL="457200" algn="l">
              <a:lnSpc>
                <a:spcPct val="120000"/>
              </a:lnSpc>
              <a:spcBef>
                <a:spcPts val="1000"/>
              </a:spcBef>
              <a:spcAft>
                <a:spcPts val="0"/>
              </a:spcAft>
              <a:buClr>
                <a:schemeClr val="dk1"/>
              </a:buClr>
              <a:buSzPts val="2000"/>
              <a:buNone/>
              <a:defRPr sz="2000"/>
            </a:lvl1pPr>
            <a:lvl2pPr indent="-228600" lvl="1" marL="914400" algn="l">
              <a:lnSpc>
                <a:spcPct val="120000"/>
              </a:lnSpc>
              <a:spcBef>
                <a:spcPts val="500"/>
              </a:spcBef>
              <a:spcAft>
                <a:spcPts val="0"/>
              </a:spcAft>
              <a:buClr>
                <a:schemeClr val="dk1"/>
              </a:buClr>
              <a:buSzPts val="2000"/>
              <a:buNone/>
              <a:defRPr sz="2000"/>
            </a:lvl2pPr>
            <a:lvl3pPr indent="-228600" lvl="2" marL="1371600" algn="l">
              <a:lnSpc>
                <a:spcPct val="120000"/>
              </a:lnSpc>
              <a:spcBef>
                <a:spcPts val="500"/>
              </a:spcBef>
              <a:spcAft>
                <a:spcPts val="0"/>
              </a:spcAft>
              <a:buClr>
                <a:schemeClr val="dk1"/>
              </a:buClr>
              <a:buSzPts val="2000"/>
              <a:buNone/>
              <a:defRPr sz="2000"/>
            </a:lvl3pPr>
            <a:lvl4pPr indent="-228600" lvl="3" marL="1828800" algn="l">
              <a:lnSpc>
                <a:spcPct val="120000"/>
              </a:lnSpc>
              <a:spcBef>
                <a:spcPts val="500"/>
              </a:spcBef>
              <a:spcAft>
                <a:spcPts val="0"/>
              </a:spcAft>
              <a:buClr>
                <a:schemeClr val="dk1"/>
              </a:buClr>
              <a:buSzPts val="2000"/>
              <a:buNone/>
              <a:defRPr sz="2000"/>
            </a:lvl4pPr>
            <a:lvl5pPr indent="-228600" lvl="4" marL="2286000" algn="l">
              <a:lnSpc>
                <a:spcPct val="120000"/>
              </a:lnSpc>
              <a:spcBef>
                <a:spcPts val="500"/>
              </a:spcBef>
              <a:spcAft>
                <a:spcPts val="0"/>
              </a:spcAft>
              <a:buClr>
                <a:schemeClr val="dk1"/>
              </a:buClr>
              <a:buSzPts val="2000"/>
              <a:buNone/>
              <a:defRPr sz="20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7" name="Google Shape;157;p32"/>
          <p:cNvSpPr txBox="1"/>
          <p:nvPr>
            <p:ph idx="10" type="dt"/>
          </p:nvPr>
        </p:nvSpPr>
        <p:spPr>
          <a:xfrm>
            <a:off x="7909560" y="6409944"/>
            <a:ext cx="3703320" cy="44805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8" name="Google Shape;158;p32"/>
          <p:cNvSpPr txBox="1"/>
          <p:nvPr>
            <p:ph idx="12" type="sldNum"/>
          </p:nvPr>
        </p:nvSpPr>
        <p:spPr>
          <a:xfrm>
            <a:off x="11667744" y="6409944"/>
            <a:ext cx="438912" cy="44805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159" name="Shape 159"/>
        <p:cNvGrpSpPr/>
        <p:nvPr/>
      </p:nvGrpSpPr>
      <p:grpSpPr>
        <a:xfrm>
          <a:off x="0" y="0"/>
          <a:ext cx="0" cy="0"/>
          <a:chOff x="0" y="0"/>
          <a:chExt cx="0" cy="0"/>
        </a:xfrm>
      </p:grpSpPr>
      <p:sp>
        <p:nvSpPr>
          <p:cNvPr id="160" name="Google Shape;160;p33"/>
          <p:cNvSpPr txBox="1"/>
          <p:nvPr>
            <p:ph idx="10" type="dt"/>
          </p:nvPr>
        </p:nvSpPr>
        <p:spPr>
          <a:xfrm>
            <a:off x="7909560" y="6409944"/>
            <a:ext cx="3703320" cy="44805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1" name="Google Shape;161;p33"/>
          <p:cNvSpPr txBox="1"/>
          <p:nvPr>
            <p:ph idx="11" type="ftr"/>
          </p:nvPr>
        </p:nvSpPr>
        <p:spPr>
          <a:xfrm rot="5400000">
            <a:off x="-1828800" y="1911096"/>
            <a:ext cx="41148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2" name="Google Shape;162;p33"/>
          <p:cNvSpPr txBox="1"/>
          <p:nvPr>
            <p:ph idx="12" type="sldNum"/>
          </p:nvPr>
        </p:nvSpPr>
        <p:spPr>
          <a:xfrm>
            <a:off x="11667744" y="6409944"/>
            <a:ext cx="438912" cy="44805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163" name="Shape 163"/>
        <p:cNvGrpSpPr/>
        <p:nvPr/>
      </p:nvGrpSpPr>
      <p:grpSpPr>
        <a:xfrm>
          <a:off x="0" y="0"/>
          <a:ext cx="0" cy="0"/>
          <a:chOff x="0" y="0"/>
          <a:chExt cx="0" cy="0"/>
        </a:xfrm>
      </p:grpSpPr>
      <p:sp>
        <p:nvSpPr>
          <p:cNvPr id="164" name="Google Shape;164;p34"/>
          <p:cNvSpPr txBox="1"/>
          <p:nvPr>
            <p:ph type="title"/>
          </p:nvPr>
        </p:nvSpPr>
        <p:spPr>
          <a:xfrm>
            <a:off x="1371600" y="987425"/>
            <a:ext cx="3932237" cy="1894511"/>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dk1"/>
              </a:buClr>
              <a:buSzPts val="2400"/>
              <a:buFont typeface="Avenir"/>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5" name="Google Shape;165;p34"/>
          <p:cNvSpPr txBox="1"/>
          <p:nvPr>
            <p:ph idx="1" type="body"/>
          </p:nvPr>
        </p:nvSpPr>
        <p:spPr>
          <a:xfrm>
            <a:off x="5650992" y="987425"/>
            <a:ext cx="5687568" cy="4873625"/>
          </a:xfrm>
          <a:prstGeom prst="rect">
            <a:avLst/>
          </a:prstGeom>
          <a:noFill/>
          <a:ln>
            <a:noFill/>
          </a:ln>
        </p:spPr>
        <p:txBody>
          <a:bodyPr anchorCtr="0" anchor="t" bIns="0" lIns="0" spcFirstLastPara="1" rIns="0" wrap="square" tIns="0">
            <a:normAutofit/>
          </a:bodyPr>
          <a:lstStyle>
            <a:lvl1pPr indent="-355600" lvl="0" marL="457200" algn="l">
              <a:lnSpc>
                <a:spcPct val="120000"/>
              </a:lnSpc>
              <a:spcBef>
                <a:spcPts val="1000"/>
              </a:spcBef>
              <a:spcAft>
                <a:spcPts val="0"/>
              </a:spcAft>
              <a:buClr>
                <a:schemeClr val="dk1"/>
              </a:buClr>
              <a:buSzPts val="2000"/>
              <a:buChar char="•"/>
              <a:defRPr sz="2000"/>
            </a:lvl1pPr>
            <a:lvl2pPr indent="-355600" lvl="1" marL="914400" algn="l">
              <a:lnSpc>
                <a:spcPct val="120000"/>
              </a:lnSpc>
              <a:spcBef>
                <a:spcPts val="500"/>
              </a:spcBef>
              <a:spcAft>
                <a:spcPts val="0"/>
              </a:spcAft>
              <a:buClr>
                <a:schemeClr val="dk1"/>
              </a:buClr>
              <a:buSzPts val="2000"/>
              <a:buChar char="•"/>
              <a:defRPr sz="2000"/>
            </a:lvl2pPr>
            <a:lvl3pPr indent="-342900" lvl="2" marL="1371600" algn="l">
              <a:lnSpc>
                <a:spcPct val="120000"/>
              </a:lnSpc>
              <a:spcBef>
                <a:spcPts val="500"/>
              </a:spcBef>
              <a:spcAft>
                <a:spcPts val="0"/>
              </a:spcAft>
              <a:buClr>
                <a:schemeClr val="dk1"/>
              </a:buClr>
              <a:buSzPts val="1800"/>
              <a:buChar char="•"/>
              <a:defRPr sz="1800"/>
            </a:lvl3pPr>
            <a:lvl4pPr indent="-330200" lvl="3" marL="1828800" algn="l">
              <a:lnSpc>
                <a:spcPct val="120000"/>
              </a:lnSpc>
              <a:spcBef>
                <a:spcPts val="500"/>
              </a:spcBef>
              <a:spcAft>
                <a:spcPts val="0"/>
              </a:spcAft>
              <a:buClr>
                <a:schemeClr val="dk1"/>
              </a:buClr>
              <a:buSzPts val="1600"/>
              <a:buChar char="•"/>
              <a:defRPr sz="1600"/>
            </a:lvl4pPr>
            <a:lvl5pPr indent="-330200" lvl="4" marL="2286000" algn="l">
              <a:lnSpc>
                <a:spcPct val="120000"/>
              </a:lnSpc>
              <a:spcBef>
                <a:spcPts val="500"/>
              </a:spcBef>
              <a:spcAft>
                <a:spcPts val="0"/>
              </a:spcAft>
              <a:buClr>
                <a:schemeClr val="dk1"/>
              </a:buClr>
              <a:buSzPts val="1600"/>
              <a:buChar char="•"/>
              <a:defRPr sz="16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66" name="Google Shape;166;p34"/>
          <p:cNvSpPr txBox="1"/>
          <p:nvPr>
            <p:ph idx="2" type="body"/>
          </p:nvPr>
        </p:nvSpPr>
        <p:spPr>
          <a:xfrm>
            <a:off x="1371600" y="3058510"/>
            <a:ext cx="3932237" cy="2802540"/>
          </a:xfrm>
          <a:prstGeom prst="rect">
            <a:avLst/>
          </a:prstGeom>
          <a:noFill/>
          <a:ln>
            <a:noFill/>
          </a:ln>
        </p:spPr>
        <p:txBody>
          <a:bodyPr anchorCtr="0" anchor="t" bIns="0" lIns="0" spcFirstLastPara="1" rIns="0" wrap="square" tIns="0">
            <a:normAutofit/>
          </a:bodyPr>
          <a:lstStyle>
            <a:lvl1pPr indent="-228600" lvl="0" marL="457200" algn="l">
              <a:lnSpc>
                <a:spcPct val="120000"/>
              </a:lnSpc>
              <a:spcBef>
                <a:spcPts val="1000"/>
              </a:spcBef>
              <a:spcAft>
                <a:spcPts val="0"/>
              </a:spcAft>
              <a:buClr>
                <a:schemeClr val="dk1"/>
              </a:buClr>
              <a:buSzPts val="1600"/>
              <a:buNone/>
              <a:defRPr sz="1600"/>
            </a:lvl1pPr>
            <a:lvl2pPr indent="-228600" lvl="1" marL="914400" algn="l">
              <a:lnSpc>
                <a:spcPct val="120000"/>
              </a:lnSpc>
              <a:spcBef>
                <a:spcPts val="500"/>
              </a:spcBef>
              <a:spcAft>
                <a:spcPts val="0"/>
              </a:spcAft>
              <a:buClr>
                <a:schemeClr val="dk1"/>
              </a:buClr>
              <a:buSzPts val="1400"/>
              <a:buNone/>
              <a:defRPr sz="1400"/>
            </a:lvl2pPr>
            <a:lvl3pPr indent="-228600" lvl="2" marL="1371600" algn="l">
              <a:lnSpc>
                <a:spcPct val="120000"/>
              </a:lnSpc>
              <a:spcBef>
                <a:spcPts val="500"/>
              </a:spcBef>
              <a:spcAft>
                <a:spcPts val="0"/>
              </a:spcAft>
              <a:buClr>
                <a:schemeClr val="dk1"/>
              </a:buClr>
              <a:buSzPts val="1200"/>
              <a:buNone/>
              <a:defRPr sz="1200"/>
            </a:lvl3pPr>
            <a:lvl4pPr indent="-228600" lvl="3" marL="1828800" algn="l">
              <a:lnSpc>
                <a:spcPct val="120000"/>
              </a:lnSpc>
              <a:spcBef>
                <a:spcPts val="500"/>
              </a:spcBef>
              <a:spcAft>
                <a:spcPts val="0"/>
              </a:spcAft>
              <a:buClr>
                <a:schemeClr val="dk1"/>
              </a:buClr>
              <a:buSzPts val="1000"/>
              <a:buNone/>
              <a:defRPr sz="1000"/>
            </a:lvl4pPr>
            <a:lvl5pPr indent="-228600" lvl="4" marL="2286000" algn="l">
              <a:lnSpc>
                <a:spcPct val="12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67" name="Google Shape;167;p34"/>
          <p:cNvSpPr txBox="1"/>
          <p:nvPr>
            <p:ph idx="10" type="dt"/>
          </p:nvPr>
        </p:nvSpPr>
        <p:spPr>
          <a:xfrm>
            <a:off x="7909560" y="6409944"/>
            <a:ext cx="3703320" cy="44805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8" name="Google Shape;168;p34"/>
          <p:cNvSpPr txBox="1"/>
          <p:nvPr>
            <p:ph idx="11" type="ftr"/>
          </p:nvPr>
        </p:nvSpPr>
        <p:spPr>
          <a:xfrm rot="5400000">
            <a:off x="-1828800" y="1911096"/>
            <a:ext cx="41148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9" name="Google Shape;169;p34"/>
          <p:cNvSpPr txBox="1"/>
          <p:nvPr>
            <p:ph idx="12" type="sldNum"/>
          </p:nvPr>
        </p:nvSpPr>
        <p:spPr>
          <a:xfrm>
            <a:off x="11667744" y="6409944"/>
            <a:ext cx="438912" cy="44805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leyenda" type="picTx">
  <p:cSld name="PICTURE_WITH_CAPTION_TEXT">
    <p:spTree>
      <p:nvGrpSpPr>
        <p:cNvPr id="170" name="Shape 170"/>
        <p:cNvGrpSpPr/>
        <p:nvPr/>
      </p:nvGrpSpPr>
      <p:grpSpPr>
        <a:xfrm>
          <a:off x="0" y="0"/>
          <a:ext cx="0" cy="0"/>
          <a:chOff x="0" y="0"/>
          <a:chExt cx="0" cy="0"/>
        </a:xfrm>
      </p:grpSpPr>
      <p:sp>
        <p:nvSpPr>
          <p:cNvPr id="171" name="Google Shape;171;p35"/>
          <p:cNvSpPr txBox="1"/>
          <p:nvPr>
            <p:ph type="title"/>
          </p:nvPr>
        </p:nvSpPr>
        <p:spPr>
          <a:xfrm>
            <a:off x="1371600" y="987552"/>
            <a:ext cx="3932237" cy="1892808"/>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dk1"/>
              </a:buClr>
              <a:buSzPts val="2400"/>
              <a:buFont typeface="Avenir"/>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2" name="Google Shape;172;p35"/>
          <p:cNvSpPr/>
          <p:nvPr>
            <p:ph idx="2" type="pic"/>
          </p:nvPr>
        </p:nvSpPr>
        <p:spPr>
          <a:xfrm>
            <a:off x="5505319" y="987425"/>
            <a:ext cx="5833242" cy="4873625"/>
          </a:xfrm>
          <a:prstGeom prst="rect">
            <a:avLst/>
          </a:prstGeom>
          <a:noFill/>
          <a:ln>
            <a:noFill/>
          </a:ln>
        </p:spPr>
      </p:sp>
      <p:sp>
        <p:nvSpPr>
          <p:cNvPr id="173" name="Google Shape;173;p35"/>
          <p:cNvSpPr txBox="1"/>
          <p:nvPr>
            <p:ph idx="1" type="body"/>
          </p:nvPr>
        </p:nvSpPr>
        <p:spPr>
          <a:xfrm>
            <a:off x="1371600" y="3033286"/>
            <a:ext cx="3932237" cy="2835702"/>
          </a:xfrm>
          <a:prstGeom prst="rect">
            <a:avLst/>
          </a:prstGeom>
          <a:noFill/>
          <a:ln>
            <a:noFill/>
          </a:ln>
        </p:spPr>
        <p:txBody>
          <a:bodyPr anchorCtr="0" anchor="t" bIns="0" lIns="0" spcFirstLastPara="1" rIns="0" wrap="square" tIns="0">
            <a:normAutofit/>
          </a:bodyPr>
          <a:lstStyle>
            <a:lvl1pPr indent="-228600" lvl="0" marL="457200" algn="l">
              <a:lnSpc>
                <a:spcPct val="120000"/>
              </a:lnSpc>
              <a:spcBef>
                <a:spcPts val="1000"/>
              </a:spcBef>
              <a:spcAft>
                <a:spcPts val="0"/>
              </a:spcAft>
              <a:buClr>
                <a:schemeClr val="dk1"/>
              </a:buClr>
              <a:buSzPts val="1600"/>
              <a:buNone/>
              <a:defRPr sz="1600"/>
            </a:lvl1pPr>
            <a:lvl2pPr indent="-228600" lvl="1" marL="914400" algn="l">
              <a:lnSpc>
                <a:spcPct val="120000"/>
              </a:lnSpc>
              <a:spcBef>
                <a:spcPts val="500"/>
              </a:spcBef>
              <a:spcAft>
                <a:spcPts val="0"/>
              </a:spcAft>
              <a:buClr>
                <a:schemeClr val="dk1"/>
              </a:buClr>
              <a:buSzPts val="1400"/>
              <a:buNone/>
              <a:defRPr sz="1400"/>
            </a:lvl2pPr>
            <a:lvl3pPr indent="-228600" lvl="2" marL="1371600" algn="l">
              <a:lnSpc>
                <a:spcPct val="120000"/>
              </a:lnSpc>
              <a:spcBef>
                <a:spcPts val="500"/>
              </a:spcBef>
              <a:spcAft>
                <a:spcPts val="0"/>
              </a:spcAft>
              <a:buClr>
                <a:schemeClr val="dk1"/>
              </a:buClr>
              <a:buSzPts val="1200"/>
              <a:buNone/>
              <a:defRPr sz="1200"/>
            </a:lvl3pPr>
            <a:lvl4pPr indent="-228600" lvl="3" marL="1828800" algn="l">
              <a:lnSpc>
                <a:spcPct val="120000"/>
              </a:lnSpc>
              <a:spcBef>
                <a:spcPts val="500"/>
              </a:spcBef>
              <a:spcAft>
                <a:spcPts val="0"/>
              </a:spcAft>
              <a:buClr>
                <a:schemeClr val="dk1"/>
              </a:buClr>
              <a:buSzPts val="1000"/>
              <a:buNone/>
              <a:defRPr sz="1000"/>
            </a:lvl4pPr>
            <a:lvl5pPr indent="-228600" lvl="4" marL="2286000" algn="l">
              <a:lnSpc>
                <a:spcPct val="12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74" name="Google Shape;174;p35"/>
          <p:cNvSpPr txBox="1"/>
          <p:nvPr>
            <p:ph idx="10" type="dt"/>
          </p:nvPr>
        </p:nvSpPr>
        <p:spPr>
          <a:xfrm>
            <a:off x="7909560" y="6409944"/>
            <a:ext cx="3703320" cy="44805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5" name="Google Shape;175;p35"/>
          <p:cNvSpPr txBox="1"/>
          <p:nvPr>
            <p:ph idx="11" type="ftr"/>
          </p:nvPr>
        </p:nvSpPr>
        <p:spPr>
          <a:xfrm rot="5400000">
            <a:off x="-1828800" y="1911096"/>
            <a:ext cx="41148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6" name="Google Shape;176;p35"/>
          <p:cNvSpPr txBox="1"/>
          <p:nvPr>
            <p:ph idx="12" type="sldNum"/>
          </p:nvPr>
        </p:nvSpPr>
        <p:spPr>
          <a:xfrm>
            <a:off x="11667744" y="6409944"/>
            <a:ext cx="438912" cy="44805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2.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19"/>
          <p:cNvGrpSpPr/>
          <p:nvPr/>
        </p:nvGrpSpPr>
        <p:grpSpPr>
          <a:xfrm>
            <a:off x="0" y="6409177"/>
            <a:ext cx="12192000" cy="456774"/>
            <a:chOff x="0" y="6401226"/>
            <a:chExt cx="12192000" cy="456774"/>
          </a:xfrm>
        </p:grpSpPr>
        <p:sp>
          <p:nvSpPr>
            <p:cNvPr id="11" name="Google Shape;11;p19"/>
            <p:cNvSpPr/>
            <p:nvPr/>
          </p:nvSpPr>
          <p:spPr>
            <a:xfrm flipH="1" rot="10800000">
              <a:off x="0" y="6401226"/>
              <a:ext cx="12192000" cy="456773"/>
            </a:xfrm>
            <a:prstGeom prst="rect">
              <a:avLst/>
            </a:prstGeom>
            <a:gradFill>
              <a:gsLst>
                <a:gs pos="0">
                  <a:srgbClr val="FE4A00">
                    <a:alpha val="27843"/>
                  </a:srgbClr>
                </a:gs>
                <a:gs pos="14000">
                  <a:srgbClr val="FE4A00">
                    <a:alpha val="27843"/>
                  </a:srgbClr>
                </a:gs>
                <a:gs pos="100000">
                  <a:srgbClr val="DA002F">
                    <a:alpha val="85098"/>
                  </a:srgbClr>
                </a:gs>
              </a:gsLst>
              <a:lin ang="6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2" name="Google Shape;12;p19"/>
            <p:cNvSpPr/>
            <p:nvPr/>
          </p:nvSpPr>
          <p:spPr>
            <a:xfrm flipH="1">
              <a:off x="4038602" y="6401228"/>
              <a:ext cx="8153398" cy="456772"/>
            </a:xfrm>
            <a:prstGeom prst="rect">
              <a:avLst/>
            </a:prstGeom>
            <a:gradFill>
              <a:gsLst>
                <a:gs pos="0">
                  <a:srgbClr val="D85FD4">
                    <a:alpha val="54902"/>
                  </a:srgbClr>
                </a:gs>
                <a:gs pos="9000">
                  <a:srgbClr val="D85FD4">
                    <a:alpha val="54902"/>
                  </a:srgbClr>
                </a:gs>
                <a:gs pos="99000">
                  <a:schemeClr val="accent2"/>
                </a:gs>
                <a:gs pos="100000">
                  <a:schemeClr val="accent2"/>
                </a:gs>
              </a:gsLst>
              <a:lin ang="14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grpSp>
      <p:sp>
        <p:nvSpPr>
          <p:cNvPr id="13" name="Google Shape;13;p19"/>
          <p:cNvSpPr txBox="1"/>
          <p:nvPr>
            <p:ph type="title"/>
          </p:nvPr>
        </p:nvSpPr>
        <p:spPr>
          <a:xfrm>
            <a:off x="1371600" y="795528"/>
            <a:ext cx="10241280" cy="1234440"/>
          </a:xfrm>
          <a:prstGeom prst="rect">
            <a:avLst/>
          </a:prstGeom>
          <a:noFill/>
          <a:ln>
            <a:noFill/>
          </a:ln>
        </p:spPr>
        <p:txBody>
          <a:bodyPr anchorCtr="0" anchor="b" bIns="0" lIns="0" spcFirstLastPara="1" rIns="0" wrap="square" tIns="0">
            <a:normAutofit/>
          </a:bodyPr>
          <a:lstStyle>
            <a:lvl1pPr lvl="0" marR="0" rtl="0" algn="l">
              <a:lnSpc>
                <a:spcPct val="100000"/>
              </a:lnSpc>
              <a:spcBef>
                <a:spcPts val="0"/>
              </a:spcBef>
              <a:spcAft>
                <a:spcPts val="0"/>
              </a:spcAft>
              <a:buClr>
                <a:schemeClr val="dk1"/>
              </a:buClr>
              <a:buSzPts val="3600"/>
              <a:buFont typeface="Avenir"/>
              <a:buNone/>
              <a:defRPr b="1" i="0" spc="700" sz="3600" u="none" cap="none" strike="noStrike">
                <a:solidFill>
                  <a:schemeClr val="dk1"/>
                </a:solidFill>
                <a:latin typeface="Avenir"/>
                <a:ea typeface="Avenir"/>
                <a:cs typeface="Avenir"/>
                <a:sym typeface="Aveni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4" name="Google Shape;14;p19"/>
          <p:cNvSpPr txBox="1"/>
          <p:nvPr>
            <p:ph idx="1" type="body"/>
          </p:nvPr>
        </p:nvSpPr>
        <p:spPr>
          <a:xfrm>
            <a:off x="1371600" y="2112264"/>
            <a:ext cx="10241280" cy="3959352"/>
          </a:xfrm>
          <a:prstGeom prst="rect">
            <a:avLst/>
          </a:prstGeom>
          <a:noFill/>
          <a:ln>
            <a:noFill/>
          </a:ln>
        </p:spPr>
        <p:txBody>
          <a:bodyPr anchorCtr="0" anchor="t" bIns="0" lIns="0" spcFirstLastPara="1" rIns="0" wrap="square" tIns="0">
            <a:normAutofit/>
          </a:bodyPr>
          <a:lstStyle>
            <a:lvl1pPr indent="-355600" lvl="0" marL="457200" marR="0" rtl="0" algn="l">
              <a:lnSpc>
                <a:spcPct val="120000"/>
              </a:lnSpc>
              <a:spcBef>
                <a:spcPts val="1000"/>
              </a:spcBef>
              <a:spcAft>
                <a:spcPts val="0"/>
              </a:spcAft>
              <a:buClr>
                <a:schemeClr val="dk1"/>
              </a:buClr>
              <a:buSzPts val="2000"/>
              <a:buFont typeface="Arial"/>
              <a:buChar char="•"/>
              <a:defRPr b="0" i="0" sz="2000" u="none" cap="none" strike="noStrike">
                <a:solidFill>
                  <a:schemeClr val="dk1"/>
                </a:solidFill>
                <a:latin typeface="Avenir"/>
                <a:ea typeface="Avenir"/>
                <a:cs typeface="Avenir"/>
                <a:sym typeface="Avenir"/>
              </a:defRPr>
            </a:lvl1pPr>
            <a:lvl2pPr indent="-355600" lvl="1" marL="914400" marR="0" rtl="0" algn="l">
              <a:lnSpc>
                <a:spcPct val="120000"/>
              </a:lnSpc>
              <a:spcBef>
                <a:spcPts val="500"/>
              </a:spcBef>
              <a:spcAft>
                <a:spcPts val="0"/>
              </a:spcAft>
              <a:buClr>
                <a:schemeClr val="dk1"/>
              </a:buClr>
              <a:buSzPts val="2000"/>
              <a:buFont typeface="Arial"/>
              <a:buChar char="•"/>
              <a:defRPr b="0" i="0" sz="2000" u="none" cap="none" strike="noStrike">
                <a:solidFill>
                  <a:schemeClr val="dk1"/>
                </a:solidFill>
                <a:latin typeface="Avenir"/>
                <a:ea typeface="Avenir"/>
                <a:cs typeface="Avenir"/>
                <a:sym typeface="Avenir"/>
              </a:defRPr>
            </a:lvl2pPr>
            <a:lvl3pPr indent="-342900" lvl="2" marL="1371600" marR="0" rtl="0" algn="l">
              <a:lnSpc>
                <a:spcPct val="12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3pPr>
            <a:lvl4pPr indent="-330200" lvl="3" marL="1828800" marR="0" rtl="0" algn="l">
              <a:lnSpc>
                <a:spcPct val="120000"/>
              </a:lnSpc>
              <a:spcBef>
                <a:spcPts val="500"/>
              </a:spcBef>
              <a:spcAft>
                <a:spcPts val="0"/>
              </a:spcAft>
              <a:buClr>
                <a:schemeClr val="dk1"/>
              </a:buClr>
              <a:buSzPts val="1600"/>
              <a:buFont typeface="Arial"/>
              <a:buChar char="•"/>
              <a:defRPr b="0" i="0" sz="1600" u="none" cap="none" strike="noStrike">
                <a:solidFill>
                  <a:schemeClr val="dk1"/>
                </a:solidFill>
                <a:latin typeface="Avenir"/>
                <a:ea typeface="Avenir"/>
                <a:cs typeface="Avenir"/>
                <a:sym typeface="Avenir"/>
              </a:defRPr>
            </a:lvl4pPr>
            <a:lvl5pPr indent="-330200" lvl="4" marL="2286000" marR="0" rtl="0" algn="l">
              <a:lnSpc>
                <a:spcPct val="120000"/>
              </a:lnSpc>
              <a:spcBef>
                <a:spcPts val="500"/>
              </a:spcBef>
              <a:spcAft>
                <a:spcPts val="0"/>
              </a:spcAft>
              <a:buClr>
                <a:schemeClr val="dk1"/>
              </a:buClr>
              <a:buSzPts val="1600"/>
              <a:buFont typeface="Arial"/>
              <a:buChar char="•"/>
              <a:defRPr b="0" i="0" sz="1600" u="none" cap="none" strike="noStrike">
                <a:solidFill>
                  <a:schemeClr val="dk1"/>
                </a:solidFill>
                <a:latin typeface="Avenir"/>
                <a:ea typeface="Avenir"/>
                <a:cs typeface="Avenir"/>
                <a:sym typeface="Avenir"/>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9pPr>
          </a:lstStyle>
          <a:p/>
        </p:txBody>
      </p:sp>
      <p:sp>
        <p:nvSpPr>
          <p:cNvPr id="15" name="Google Shape;15;p19"/>
          <p:cNvSpPr txBox="1"/>
          <p:nvPr>
            <p:ph idx="10" type="dt"/>
          </p:nvPr>
        </p:nvSpPr>
        <p:spPr>
          <a:xfrm>
            <a:off x="7909560" y="6409944"/>
            <a:ext cx="3703320" cy="448056"/>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pc="300" sz="800" u="none" cap="none" strike="noStrike">
                <a:solidFill>
                  <a:srgbClr val="FFFFFF"/>
                </a:solidFill>
                <a:latin typeface="Avenir"/>
                <a:ea typeface="Avenir"/>
                <a:cs typeface="Avenir"/>
                <a:sym typeface="Avenir"/>
              </a:defRPr>
            </a:lvl1pPr>
            <a:lvl2pPr lvl="1"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2pPr>
            <a:lvl3pPr lvl="2"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3pPr>
            <a:lvl4pPr lvl="3"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4pPr>
            <a:lvl5pPr lvl="4"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5pPr>
            <a:lvl6pPr lvl="5"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6pPr>
            <a:lvl7pPr lvl="6"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7pPr>
            <a:lvl8pPr lvl="7"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8pPr>
            <a:lvl9pPr lvl="8"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9pPr>
          </a:lstStyle>
          <a:p/>
        </p:txBody>
      </p:sp>
      <p:sp>
        <p:nvSpPr>
          <p:cNvPr id="16" name="Google Shape;16;p19"/>
          <p:cNvSpPr txBox="1"/>
          <p:nvPr>
            <p:ph idx="11" type="ftr"/>
          </p:nvPr>
        </p:nvSpPr>
        <p:spPr>
          <a:xfrm rot="5400000">
            <a:off x="-1828800" y="1911096"/>
            <a:ext cx="4114800" cy="4572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800" u="none" cap="none" strike="noStrike">
                <a:solidFill>
                  <a:schemeClr val="dk1"/>
                </a:solidFill>
                <a:latin typeface="Avenir"/>
                <a:ea typeface="Avenir"/>
                <a:cs typeface="Avenir"/>
                <a:sym typeface="Avenir"/>
              </a:defRPr>
            </a:lvl1pPr>
            <a:lvl2pPr lvl="1"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2pPr>
            <a:lvl3pPr lvl="2"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3pPr>
            <a:lvl4pPr lvl="3"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4pPr>
            <a:lvl5pPr lvl="4"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5pPr>
            <a:lvl6pPr lvl="5"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6pPr>
            <a:lvl7pPr lvl="6"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7pPr>
            <a:lvl8pPr lvl="7"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8pPr>
            <a:lvl9pPr lvl="8"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9pPr>
          </a:lstStyle>
          <a:p/>
        </p:txBody>
      </p:sp>
      <p:sp>
        <p:nvSpPr>
          <p:cNvPr id="17" name="Google Shape;17;p19"/>
          <p:cNvSpPr txBox="1"/>
          <p:nvPr>
            <p:ph idx="12" type="sldNum"/>
          </p:nvPr>
        </p:nvSpPr>
        <p:spPr>
          <a:xfrm>
            <a:off x="11667744" y="6409944"/>
            <a:ext cx="438912" cy="448056"/>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800" u="none" cap="none" strike="noStrike">
                <a:solidFill>
                  <a:srgbClr val="FFFFFF"/>
                </a:solidFill>
                <a:latin typeface="Avenir"/>
                <a:ea typeface="Avenir"/>
                <a:cs typeface="Avenir"/>
                <a:sym typeface="Avenir"/>
              </a:defRPr>
            </a:lvl1pPr>
            <a:lvl2pPr indent="0" lvl="1" marL="0" marR="0" rtl="0" algn="r">
              <a:spcBef>
                <a:spcPts val="0"/>
              </a:spcBef>
              <a:buNone/>
              <a:defRPr b="0" i="0" sz="800" u="none" cap="none" strike="noStrike">
                <a:solidFill>
                  <a:srgbClr val="FFFFFF"/>
                </a:solidFill>
                <a:latin typeface="Avenir"/>
                <a:ea typeface="Avenir"/>
                <a:cs typeface="Avenir"/>
                <a:sym typeface="Avenir"/>
              </a:defRPr>
            </a:lvl2pPr>
            <a:lvl3pPr indent="0" lvl="2" marL="0" marR="0" rtl="0" algn="r">
              <a:spcBef>
                <a:spcPts val="0"/>
              </a:spcBef>
              <a:buNone/>
              <a:defRPr b="0" i="0" sz="800" u="none" cap="none" strike="noStrike">
                <a:solidFill>
                  <a:srgbClr val="FFFFFF"/>
                </a:solidFill>
                <a:latin typeface="Avenir"/>
                <a:ea typeface="Avenir"/>
                <a:cs typeface="Avenir"/>
                <a:sym typeface="Avenir"/>
              </a:defRPr>
            </a:lvl3pPr>
            <a:lvl4pPr indent="0" lvl="3" marL="0" marR="0" rtl="0" algn="r">
              <a:spcBef>
                <a:spcPts val="0"/>
              </a:spcBef>
              <a:buNone/>
              <a:defRPr b="0" i="0" sz="800" u="none" cap="none" strike="noStrike">
                <a:solidFill>
                  <a:srgbClr val="FFFFFF"/>
                </a:solidFill>
                <a:latin typeface="Avenir"/>
                <a:ea typeface="Avenir"/>
                <a:cs typeface="Avenir"/>
                <a:sym typeface="Avenir"/>
              </a:defRPr>
            </a:lvl4pPr>
            <a:lvl5pPr indent="0" lvl="4" marL="0" marR="0" rtl="0" algn="r">
              <a:spcBef>
                <a:spcPts val="0"/>
              </a:spcBef>
              <a:buNone/>
              <a:defRPr b="0" i="0" sz="800" u="none" cap="none" strike="noStrike">
                <a:solidFill>
                  <a:srgbClr val="FFFFFF"/>
                </a:solidFill>
                <a:latin typeface="Avenir"/>
                <a:ea typeface="Avenir"/>
                <a:cs typeface="Avenir"/>
                <a:sym typeface="Avenir"/>
              </a:defRPr>
            </a:lvl5pPr>
            <a:lvl6pPr indent="0" lvl="5" marL="0" marR="0" rtl="0" algn="r">
              <a:spcBef>
                <a:spcPts val="0"/>
              </a:spcBef>
              <a:buNone/>
              <a:defRPr b="0" i="0" sz="800" u="none" cap="none" strike="noStrike">
                <a:solidFill>
                  <a:srgbClr val="FFFFFF"/>
                </a:solidFill>
                <a:latin typeface="Avenir"/>
                <a:ea typeface="Avenir"/>
                <a:cs typeface="Avenir"/>
                <a:sym typeface="Avenir"/>
              </a:defRPr>
            </a:lvl6pPr>
            <a:lvl7pPr indent="0" lvl="6" marL="0" marR="0" rtl="0" algn="r">
              <a:spcBef>
                <a:spcPts val="0"/>
              </a:spcBef>
              <a:buNone/>
              <a:defRPr b="0" i="0" sz="800" u="none" cap="none" strike="noStrike">
                <a:solidFill>
                  <a:srgbClr val="FFFFFF"/>
                </a:solidFill>
                <a:latin typeface="Avenir"/>
                <a:ea typeface="Avenir"/>
                <a:cs typeface="Avenir"/>
                <a:sym typeface="Avenir"/>
              </a:defRPr>
            </a:lvl7pPr>
            <a:lvl8pPr indent="0" lvl="7" marL="0" marR="0" rtl="0" algn="r">
              <a:spcBef>
                <a:spcPts val="0"/>
              </a:spcBef>
              <a:buNone/>
              <a:defRPr b="0" i="0" sz="800" u="none" cap="none" strike="noStrike">
                <a:solidFill>
                  <a:srgbClr val="FFFFFF"/>
                </a:solidFill>
                <a:latin typeface="Avenir"/>
                <a:ea typeface="Avenir"/>
                <a:cs typeface="Avenir"/>
                <a:sym typeface="Avenir"/>
              </a:defRPr>
            </a:lvl8pPr>
            <a:lvl9pPr indent="0" lvl="8" marL="0" marR="0" rtl="0" algn="r">
              <a:spcBef>
                <a:spcPts val="0"/>
              </a:spcBef>
              <a:buNone/>
              <a:defRPr b="0" i="0" sz="800" u="none" cap="none" strike="noStrike">
                <a:solidFill>
                  <a:srgbClr val="FFFFFF"/>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5.png"/><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
          <p:cNvSpPr txBox="1"/>
          <p:nvPr>
            <p:ph type="ctrTitle"/>
          </p:nvPr>
        </p:nvSpPr>
        <p:spPr>
          <a:xfrm>
            <a:off x="782918" y="1028700"/>
            <a:ext cx="10614211" cy="1152712"/>
          </a:xfrm>
          <a:prstGeom prst="rect">
            <a:avLst/>
          </a:prstGeom>
          <a:noFill/>
          <a:ln>
            <a:noFill/>
          </a:ln>
        </p:spPr>
        <p:txBody>
          <a:bodyPr anchorCtr="0" anchor="b" bIns="0" lIns="0" spcFirstLastPara="1" rIns="0" wrap="square" tIns="0">
            <a:normAutofit/>
          </a:bodyPr>
          <a:lstStyle/>
          <a:p>
            <a:pPr indent="0" lvl="0" marL="0" rtl="0" algn="ctr">
              <a:lnSpc>
                <a:spcPct val="100000"/>
              </a:lnSpc>
              <a:spcBef>
                <a:spcPts val="0"/>
              </a:spcBef>
              <a:spcAft>
                <a:spcPts val="0"/>
              </a:spcAft>
              <a:buClr>
                <a:schemeClr val="lt1"/>
              </a:buClr>
              <a:buSzPts val="3600"/>
              <a:buFont typeface="Avenir"/>
              <a:buNone/>
            </a:pPr>
            <a:r>
              <a:rPr lang="es-ES"/>
              <a:t>SENTENCIAS SQL SERVER</a:t>
            </a:r>
            <a:endParaRPr/>
          </a:p>
        </p:txBody>
      </p:sp>
      <p:sp>
        <p:nvSpPr>
          <p:cNvPr id="182" name="Google Shape;182;p1"/>
          <p:cNvSpPr txBox="1"/>
          <p:nvPr>
            <p:ph idx="1" type="subTitle"/>
          </p:nvPr>
        </p:nvSpPr>
        <p:spPr>
          <a:xfrm>
            <a:off x="1524000" y="2408518"/>
            <a:ext cx="9144000" cy="609600"/>
          </a:xfrm>
          <a:prstGeom prst="rect">
            <a:avLst/>
          </a:prstGeom>
          <a:noFill/>
          <a:ln>
            <a:noFill/>
          </a:ln>
        </p:spPr>
        <p:txBody>
          <a:bodyPr anchorCtr="0" anchor="t" bIns="0" lIns="0" spcFirstLastPara="1" rIns="0" wrap="square" tIns="0">
            <a:normAutofit/>
          </a:bodyPr>
          <a:lstStyle/>
          <a:p>
            <a:pPr indent="-228600" lvl="0" marL="228600" rtl="0" algn="ctr">
              <a:lnSpc>
                <a:spcPct val="120000"/>
              </a:lnSpc>
              <a:spcBef>
                <a:spcPts val="0"/>
              </a:spcBef>
              <a:spcAft>
                <a:spcPts val="0"/>
              </a:spcAft>
              <a:buClr>
                <a:schemeClr val="lt1"/>
              </a:buClr>
              <a:buSzPts val="2000"/>
              <a:buNone/>
            </a:pPr>
            <a:r>
              <a:rPr lang="es-ES"/>
              <a:t>Jose Angel Garcia Juarez – TR NETWORK</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
          <p:cNvSpPr txBox="1"/>
          <p:nvPr>
            <p:ph type="ctrTitle"/>
          </p:nvPr>
        </p:nvSpPr>
        <p:spPr>
          <a:xfrm>
            <a:off x="782918" y="1028700"/>
            <a:ext cx="10614211" cy="1152712"/>
          </a:xfrm>
          <a:prstGeom prst="rect">
            <a:avLst/>
          </a:prstGeom>
          <a:noFill/>
          <a:ln>
            <a:noFill/>
          </a:ln>
        </p:spPr>
        <p:txBody>
          <a:bodyPr anchorCtr="0" anchor="b" bIns="0" lIns="0" spcFirstLastPara="1" rIns="0" wrap="square" tIns="0">
            <a:normAutofit/>
          </a:bodyPr>
          <a:lstStyle/>
          <a:p>
            <a:pPr indent="0" lvl="0" marL="0" rtl="0" algn="ctr">
              <a:lnSpc>
                <a:spcPct val="100000"/>
              </a:lnSpc>
              <a:spcBef>
                <a:spcPts val="0"/>
              </a:spcBef>
              <a:spcAft>
                <a:spcPts val="0"/>
              </a:spcAft>
              <a:buClr>
                <a:schemeClr val="lt1"/>
              </a:buClr>
              <a:buSzPts val="3600"/>
              <a:buFont typeface="Avenir"/>
              <a:buNone/>
            </a:pPr>
            <a:r>
              <a:rPr lang="es-ES"/>
              <a:t>CONSULTAS Y SENTENCIAS PRINCIPALES</a:t>
            </a:r>
            <a:endParaRPr/>
          </a:p>
        </p:txBody>
      </p:sp>
      <p:sp>
        <p:nvSpPr>
          <p:cNvPr id="188" name="Google Shape;188;p2"/>
          <p:cNvSpPr txBox="1"/>
          <p:nvPr>
            <p:ph idx="1" type="subTitle"/>
          </p:nvPr>
        </p:nvSpPr>
        <p:spPr>
          <a:xfrm>
            <a:off x="1524000" y="2408518"/>
            <a:ext cx="9144000" cy="609600"/>
          </a:xfrm>
          <a:prstGeom prst="rect">
            <a:avLst/>
          </a:prstGeom>
          <a:noFill/>
          <a:ln>
            <a:noFill/>
          </a:ln>
        </p:spPr>
        <p:txBody>
          <a:bodyPr anchorCtr="0" anchor="t" bIns="0" lIns="0" spcFirstLastPara="1" rIns="0" wrap="square" tIns="0">
            <a:normAutofit/>
          </a:bodyPr>
          <a:lstStyle/>
          <a:p>
            <a:pPr indent="-228600" lvl="0" marL="228600" rtl="0" algn="ctr">
              <a:lnSpc>
                <a:spcPct val="120000"/>
              </a:lnSpc>
              <a:spcBef>
                <a:spcPts val="0"/>
              </a:spcBef>
              <a:spcAft>
                <a:spcPts val="0"/>
              </a:spcAft>
              <a:buClr>
                <a:schemeClr val="lt1"/>
              </a:buClr>
              <a:buSzPts val="2000"/>
              <a:buNone/>
            </a:pPr>
            <a:r>
              <a:rPr lang="es-ES"/>
              <a:t>SQL SERVER</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
          <p:cNvSpPr txBox="1"/>
          <p:nvPr>
            <p:ph type="title"/>
          </p:nvPr>
        </p:nvSpPr>
        <p:spPr>
          <a:xfrm>
            <a:off x="365052" y="945883"/>
            <a:ext cx="3446784" cy="620974"/>
          </a:xfrm>
          <a:prstGeom prst="rect">
            <a:avLst/>
          </a:prstGeom>
          <a:noFill/>
          <a:ln>
            <a:noFill/>
          </a:ln>
        </p:spPr>
        <p:txBody>
          <a:bodyPr anchorCtr="0" anchor="b" bIns="0" lIns="0" spcFirstLastPara="1" rIns="0" wrap="square" tIns="0">
            <a:normAutofit fontScale="90000"/>
          </a:bodyPr>
          <a:lstStyle/>
          <a:p>
            <a:pPr indent="0" lvl="0" marL="0" rtl="0" algn="l">
              <a:lnSpc>
                <a:spcPct val="100000"/>
              </a:lnSpc>
              <a:spcBef>
                <a:spcPts val="0"/>
              </a:spcBef>
              <a:spcAft>
                <a:spcPts val="0"/>
              </a:spcAft>
              <a:buClr>
                <a:schemeClr val="lt1"/>
              </a:buClr>
              <a:buSzPct val="100000"/>
              <a:buFont typeface="Avenir"/>
              <a:buNone/>
            </a:pPr>
            <a:r>
              <a:rPr lang="es-ES"/>
              <a:t>P01R01_BD_01_CREATE DATABASE</a:t>
            </a:r>
            <a:endParaRPr/>
          </a:p>
        </p:txBody>
      </p:sp>
      <p:sp>
        <p:nvSpPr>
          <p:cNvPr id="194" name="Google Shape;194;p3"/>
          <p:cNvSpPr txBox="1"/>
          <p:nvPr>
            <p:ph idx="12" type="sldNum"/>
          </p:nvPr>
        </p:nvSpPr>
        <p:spPr>
          <a:xfrm>
            <a:off x="11669678" y="6408742"/>
            <a:ext cx="438652" cy="44883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pic>
        <p:nvPicPr>
          <p:cNvPr id="195" name="Google Shape;195;p3"/>
          <p:cNvPicPr preferRelativeResize="0"/>
          <p:nvPr/>
        </p:nvPicPr>
        <p:blipFill rotWithShape="1">
          <a:blip r:embed="rId3">
            <a:alphaModFix/>
          </a:blip>
          <a:srcRect b="0" l="0" r="0" t="0"/>
          <a:stretch/>
        </p:blipFill>
        <p:spPr>
          <a:xfrm>
            <a:off x="4712697" y="718850"/>
            <a:ext cx="6619987" cy="3800237"/>
          </a:xfrm>
          <a:prstGeom prst="rect">
            <a:avLst/>
          </a:prstGeom>
          <a:noFill/>
          <a:ln>
            <a:noFill/>
          </a:ln>
        </p:spPr>
      </p:pic>
      <p:sp>
        <p:nvSpPr>
          <p:cNvPr id="196" name="Google Shape;196;p3"/>
          <p:cNvSpPr txBox="1"/>
          <p:nvPr/>
        </p:nvSpPr>
        <p:spPr>
          <a:xfrm>
            <a:off x="240750" y="1665717"/>
            <a:ext cx="3702392" cy="2866558"/>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lt1"/>
              </a:buClr>
              <a:buSzPts val="2000"/>
              <a:buFont typeface="Arial"/>
              <a:buNone/>
            </a:pPr>
            <a:r>
              <a:rPr b="0" i="0" lang="es-ES" sz="2000" u="none" cap="none" strike="noStrike">
                <a:solidFill>
                  <a:schemeClr val="lt1"/>
                </a:solidFill>
                <a:latin typeface="Avenir"/>
                <a:ea typeface="Avenir"/>
                <a:cs typeface="Avenir"/>
                <a:sym typeface="Avenir"/>
              </a:rPr>
              <a:t>Se desarrolla la base de datos validando la sentencia con la función “IF NOT EXISTS” para crearse en caso de que no existe y que no creé una igual si ya existe. La base con la que trabajaremos será GenOct.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4"/>
          <p:cNvSpPr txBox="1"/>
          <p:nvPr>
            <p:ph type="title"/>
          </p:nvPr>
        </p:nvSpPr>
        <p:spPr>
          <a:xfrm>
            <a:off x="365052" y="945883"/>
            <a:ext cx="3495499" cy="620974"/>
          </a:xfrm>
          <a:prstGeom prst="rect">
            <a:avLst/>
          </a:prstGeom>
          <a:noFill/>
          <a:ln>
            <a:noFill/>
          </a:ln>
        </p:spPr>
        <p:txBody>
          <a:bodyPr anchorCtr="0" anchor="b" bIns="0" lIns="0" spcFirstLastPara="1" rIns="0" wrap="square" tIns="0">
            <a:normAutofit fontScale="90000"/>
          </a:bodyPr>
          <a:lstStyle/>
          <a:p>
            <a:pPr indent="0" lvl="0" marL="0" rtl="0" algn="l">
              <a:lnSpc>
                <a:spcPct val="100000"/>
              </a:lnSpc>
              <a:spcBef>
                <a:spcPts val="0"/>
              </a:spcBef>
              <a:spcAft>
                <a:spcPts val="0"/>
              </a:spcAft>
              <a:buClr>
                <a:schemeClr val="lt1"/>
              </a:buClr>
              <a:buSzPct val="100000"/>
              <a:buFont typeface="Avenir"/>
              <a:buNone/>
            </a:pPr>
            <a:r>
              <a:rPr lang="es-ES"/>
              <a:t>P01R01_BD_02_CREATE TABLES</a:t>
            </a:r>
            <a:endParaRPr/>
          </a:p>
        </p:txBody>
      </p:sp>
      <p:sp>
        <p:nvSpPr>
          <p:cNvPr id="202" name="Google Shape;202;p4"/>
          <p:cNvSpPr txBox="1"/>
          <p:nvPr>
            <p:ph idx="12" type="sldNum"/>
          </p:nvPr>
        </p:nvSpPr>
        <p:spPr>
          <a:xfrm>
            <a:off x="11669678" y="6408742"/>
            <a:ext cx="438652" cy="44883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
        <p:nvSpPr>
          <p:cNvPr id="203" name="Google Shape;203;p4"/>
          <p:cNvSpPr txBox="1"/>
          <p:nvPr/>
        </p:nvSpPr>
        <p:spPr>
          <a:xfrm>
            <a:off x="158159" y="2061897"/>
            <a:ext cx="3702392" cy="4504156"/>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lt1"/>
              </a:buClr>
              <a:buSzPts val="2000"/>
              <a:buFont typeface="Arial"/>
              <a:buNone/>
            </a:pPr>
            <a:r>
              <a:rPr b="0" i="0" lang="es-ES" sz="2000" u="none" cap="none" strike="noStrike">
                <a:solidFill>
                  <a:schemeClr val="lt1"/>
                </a:solidFill>
                <a:latin typeface="Avenir"/>
                <a:ea typeface="Avenir"/>
                <a:cs typeface="Avenir"/>
                <a:sym typeface="Avenir"/>
              </a:rPr>
              <a:t>Se lleva a cabo la creación de las tablas para la base de datos. </a:t>
            </a:r>
            <a:endParaRPr/>
          </a:p>
          <a:p>
            <a:pPr indent="0" lvl="0" marL="0" marR="0" rtl="0" algn="l">
              <a:lnSpc>
                <a:spcPct val="120000"/>
              </a:lnSpc>
              <a:spcBef>
                <a:spcPts val="1000"/>
              </a:spcBef>
              <a:spcAft>
                <a:spcPts val="0"/>
              </a:spcAft>
              <a:buClr>
                <a:schemeClr val="lt1"/>
              </a:buClr>
              <a:buSzPts val="2000"/>
              <a:buFont typeface="Arial"/>
              <a:buNone/>
            </a:pPr>
            <a:r>
              <a:rPr b="0" i="0" lang="es-ES" sz="2000" u="none" cap="none" strike="noStrike">
                <a:solidFill>
                  <a:schemeClr val="lt1"/>
                </a:solidFill>
                <a:latin typeface="Avenir"/>
                <a:ea typeface="Avenir"/>
                <a:cs typeface="Avenir"/>
                <a:sym typeface="Avenir"/>
              </a:rPr>
              <a:t>Las tablas son:</a:t>
            </a:r>
            <a:endParaRPr/>
          </a:p>
          <a:p>
            <a:pPr indent="-228600" lvl="0" marL="228600" marR="0" rtl="0" algn="l">
              <a:lnSpc>
                <a:spcPct val="120000"/>
              </a:lnSpc>
              <a:spcBef>
                <a:spcPts val="1000"/>
              </a:spcBef>
              <a:spcAft>
                <a:spcPts val="0"/>
              </a:spcAft>
              <a:buClr>
                <a:schemeClr val="lt1"/>
              </a:buClr>
              <a:buSzPts val="2000"/>
              <a:buFont typeface="Arial"/>
              <a:buChar char="•"/>
            </a:pPr>
            <a:r>
              <a:rPr b="0" i="0" lang="es-ES" sz="2000" u="none" cap="none" strike="noStrike">
                <a:solidFill>
                  <a:schemeClr val="lt1"/>
                </a:solidFill>
                <a:latin typeface="Avenir"/>
                <a:ea typeface="Avenir"/>
                <a:cs typeface="Avenir"/>
                <a:sym typeface="Avenir"/>
              </a:rPr>
              <a:t>AuditoriaProductos</a:t>
            </a:r>
            <a:endParaRPr b="0" i="0" sz="2000" u="none" cap="none" strike="noStrike">
              <a:solidFill>
                <a:schemeClr val="lt1"/>
              </a:solidFill>
              <a:latin typeface="Avenir"/>
              <a:ea typeface="Avenir"/>
              <a:cs typeface="Avenir"/>
              <a:sym typeface="Avenir"/>
            </a:endParaRPr>
          </a:p>
          <a:p>
            <a:pPr indent="-228600" lvl="0" marL="228600" marR="0" rtl="0" algn="l">
              <a:lnSpc>
                <a:spcPct val="120000"/>
              </a:lnSpc>
              <a:spcBef>
                <a:spcPts val="1000"/>
              </a:spcBef>
              <a:spcAft>
                <a:spcPts val="0"/>
              </a:spcAft>
              <a:buClr>
                <a:schemeClr val="lt1"/>
              </a:buClr>
              <a:buSzPts val="2000"/>
              <a:buFont typeface="Arial"/>
              <a:buChar char="•"/>
            </a:pPr>
            <a:r>
              <a:rPr b="0" i="0" lang="es-ES" sz="2000" u="none" cap="none" strike="noStrike">
                <a:solidFill>
                  <a:schemeClr val="lt1"/>
                </a:solidFill>
                <a:latin typeface="Avenir"/>
                <a:ea typeface="Avenir"/>
                <a:cs typeface="Avenir"/>
                <a:sym typeface="Avenir"/>
              </a:rPr>
              <a:t>Clientes</a:t>
            </a:r>
            <a:endParaRPr/>
          </a:p>
          <a:p>
            <a:pPr indent="-228600" lvl="0" marL="228600" marR="0" rtl="0" algn="l">
              <a:lnSpc>
                <a:spcPct val="120000"/>
              </a:lnSpc>
              <a:spcBef>
                <a:spcPts val="1000"/>
              </a:spcBef>
              <a:spcAft>
                <a:spcPts val="0"/>
              </a:spcAft>
              <a:buClr>
                <a:schemeClr val="lt1"/>
              </a:buClr>
              <a:buSzPts val="2000"/>
              <a:buFont typeface="Arial"/>
              <a:buChar char="•"/>
            </a:pPr>
            <a:r>
              <a:rPr b="0" i="0" lang="es-ES" sz="2000" u="none" cap="none" strike="noStrike">
                <a:solidFill>
                  <a:schemeClr val="lt1"/>
                </a:solidFill>
                <a:latin typeface="Avenir"/>
                <a:ea typeface="Avenir"/>
                <a:cs typeface="Avenir"/>
                <a:sym typeface="Avenir"/>
              </a:rPr>
              <a:t>DetallesPedido</a:t>
            </a:r>
            <a:endParaRPr b="0" i="0" sz="2000" u="none" cap="none" strike="noStrike">
              <a:solidFill>
                <a:schemeClr val="lt1"/>
              </a:solidFill>
              <a:latin typeface="Avenir"/>
              <a:ea typeface="Avenir"/>
              <a:cs typeface="Avenir"/>
              <a:sym typeface="Avenir"/>
            </a:endParaRPr>
          </a:p>
          <a:p>
            <a:pPr indent="-228600" lvl="0" marL="228600" marR="0" rtl="0" algn="l">
              <a:lnSpc>
                <a:spcPct val="120000"/>
              </a:lnSpc>
              <a:spcBef>
                <a:spcPts val="1000"/>
              </a:spcBef>
              <a:spcAft>
                <a:spcPts val="0"/>
              </a:spcAft>
              <a:buClr>
                <a:schemeClr val="lt1"/>
              </a:buClr>
              <a:buSzPts val="2000"/>
              <a:buFont typeface="Arial"/>
              <a:buChar char="•"/>
            </a:pPr>
            <a:r>
              <a:rPr b="0" i="0" lang="es-ES" sz="2000" u="none" cap="none" strike="noStrike">
                <a:solidFill>
                  <a:schemeClr val="lt1"/>
                </a:solidFill>
                <a:latin typeface="Avenir"/>
                <a:ea typeface="Avenir"/>
                <a:cs typeface="Avenir"/>
                <a:sym typeface="Avenir"/>
              </a:rPr>
              <a:t>Pedidos</a:t>
            </a:r>
            <a:endParaRPr/>
          </a:p>
          <a:p>
            <a:pPr indent="-228600" lvl="0" marL="228600" marR="0" rtl="0" algn="l">
              <a:lnSpc>
                <a:spcPct val="120000"/>
              </a:lnSpc>
              <a:spcBef>
                <a:spcPts val="1000"/>
              </a:spcBef>
              <a:spcAft>
                <a:spcPts val="0"/>
              </a:spcAft>
              <a:buClr>
                <a:schemeClr val="lt1"/>
              </a:buClr>
              <a:buSzPts val="2000"/>
              <a:buFont typeface="Arial"/>
              <a:buChar char="•"/>
            </a:pPr>
            <a:r>
              <a:rPr b="0" i="0" lang="es-ES" sz="2000" u="none" cap="none" strike="noStrike">
                <a:solidFill>
                  <a:schemeClr val="lt1"/>
                </a:solidFill>
                <a:latin typeface="Avenir"/>
                <a:ea typeface="Avenir"/>
                <a:cs typeface="Avenir"/>
                <a:sym typeface="Avenir"/>
              </a:rPr>
              <a:t>Productos</a:t>
            </a:r>
            <a:endParaRPr/>
          </a:p>
          <a:p>
            <a:pPr indent="-101600" lvl="0" marL="228600" marR="0" rtl="0" algn="l">
              <a:lnSpc>
                <a:spcPct val="120000"/>
              </a:lnSpc>
              <a:spcBef>
                <a:spcPts val="1000"/>
              </a:spcBef>
              <a:spcAft>
                <a:spcPts val="0"/>
              </a:spcAft>
              <a:buClr>
                <a:schemeClr val="dk1"/>
              </a:buClr>
              <a:buSzPts val="2000"/>
              <a:buFont typeface="Arial"/>
              <a:buNone/>
            </a:pPr>
            <a:r>
              <a:t/>
            </a:r>
            <a:endParaRPr b="0" i="0" sz="2000" u="none" cap="none" strike="noStrike">
              <a:solidFill>
                <a:schemeClr val="lt1"/>
              </a:solidFill>
              <a:latin typeface="Avenir"/>
              <a:ea typeface="Avenir"/>
              <a:cs typeface="Avenir"/>
              <a:sym typeface="Avenir"/>
            </a:endParaRPr>
          </a:p>
        </p:txBody>
      </p:sp>
      <p:pic>
        <p:nvPicPr>
          <p:cNvPr id="204" name="Google Shape;204;p4"/>
          <p:cNvPicPr preferRelativeResize="0"/>
          <p:nvPr/>
        </p:nvPicPr>
        <p:blipFill rotWithShape="1">
          <a:blip r:embed="rId3">
            <a:alphaModFix/>
          </a:blip>
          <a:srcRect b="0" l="0" r="0" t="0"/>
          <a:stretch/>
        </p:blipFill>
        <p:spPr>
          <a:xfrm>
            <a:off x="4166666" y="1102134"/>
            <a:ext cx="7784584" cy="382632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5"/>
          <p:cNvSpPr txBox="1"/>
          <p:nvPr>
            <p:ph type="title"/>
          </p:nvPr>
        </p:nvSpPr>
        <p:spPr>
          <a:xfrm>
            <a:off x="158159" y="945883"/>
            <a:ext cx="3942543" cy="620974"/>
          </a:xfrm>
          <a:prstGeom prst="rect">
            <a:avLst/>
          </a:prstGeom>
          <a:noFill/>
          <a:ln>
            <a:noFill/>
          </a:ln>
        </p:spPr>
        <p:txBody>
          <a:bodyPr anchorCtr="0" anchor="b" bIns="0" lIns="0" spcFirstLastPara="1" rIns="0" wrap="square" tIns="0">
            <a:normAutofit fontScale="90000"/>
          </a:bodyPr>
          <a:lstStyle/>
          <a:p>
            <a:pPr indent="0" lvl="0" marL="0" rtl="0" algn="l">
              <a:lnSpc>
                <a:spcPct val="100000"/>
              </a:lnSpc>
              <a:spcBef>
                <a:spcPts val="0"/>
              </a:spcBef>
              <a:spcAft>
                <a:spcPts val="0"/>
              </a:spcAft>
              <a:buClr>
                <a:schemeClr val="lt1"/>
              </a:buClr>
              <a:buSzPct val="100000"/>
              <a:buFont typeface="Avenir"/>
              <a:buNone/>
            </a:pPr>
            <a:r>
              <a:rPr lang="es-ES"/>
              <a:t>P01R01_BD_01_03_INITIAL</a:t>
            </a:r>
            <a:br>
              <a:rPr lang="es-ES"/>
            </a:br>
            <a:r>
              <a:rPr lang="es-ES"/>
              <a:t>CHARGE</a:t>
            </a:r>
            <a:endParaRPr/>
          </a:p>
        </p:txBody>
      </p:sp>
      <p:sp>
        <p:nvSpPr>
          <p:cNvPr id="210" name="Google Shape;210;p5"/>
          <p:cNvSpPr txBox="1"/>
          <p:nvPr>
            <p:ph idx="12" type="sldNum"/>
          </p:nvPr>
        </p:nvSpPr>
        <p:spPr>
          <a:xfrm>
            <a:off x="11669678" y="6408742"/>
            <a:ext cx="438652" cy="44883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
        <p:nvSpPr>
          <p:cNvPr id="211" name="Google Shape;211;p5"/>
          <p:cNvSpPr txBox="1"/>
          <p:nvPr/>
        </p:nvSpPr>
        <p:spPr>
          <a:xfrm>
            <a:off x="158159" y="2061897"/>
            <a:ext cx="3702392" cy="4504156"/>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lt1"/>
              </a:buClr>
              <a:buSzPts val="2000"/>
              <a:buFont typeface="Arial"/>
              <a:buNone/>
            </a:pPr>
            <a:r>
              <a:rPr b="0" i="0" lang="es-ES" sz="2000" u="none" cap="none" strike="noStrike">
                <a:solidFill>
                  <a:schemeClr val="lt1"/>
                </a:solidFill>
                <a:latin typeface="Avenir"/>
                <a:ea typeface="Avenir"/>
                <a:cs typeface="Avenir"/>
                <a:sym typeface="Avenir"/>
              </a:rPr>
              <a:t>Se hace la carga inicial de datos para poder ejecutar posteriormente las demás sentencias sql y ver el funcionamiento con datos.</a:t>
            </a:r>
            <a:endParaRPr/>
          </a:p>
          <a:p>
            <a:pPr indent="0" lvl="0" marL="0" marR="0" rtl="0" algn="l">
              <a:lnSpc>
                <a:spcPct val="120000"/>
              </a:lnSpc>
              <a:spcBef>
                <a:spcPts val="1000"/>
              </a:spcBef>
              <a:spcAft>
                <a:spcPts val="0"/>
              </a:spcAft>
              <a:buClr>
                <a:schemeClr val="dk1"/>
              </a:buClr>
              <a:buSzPts val="2000"/>
              <a:buFont typeface="Arial"/>
              <a:buNone/>
            </a:pPr>
            <a:r>
              <a:t/>
            </a:r>
            <a:endParaRPr b="0" i="0" sz="2000" u="none" cap="none" strike="noStrike">
              <a:solidFill>
                <a:schemeClr val="lt1"/>
              </a:solidFill>
              <a:latin typeface="Avenir"/>
              <a:ea typeface="Avenir"/>
              <a:cs typeface="Avenir"/>
              <a:sym typeface="Avenir"/>
            </a:endParaRPr>
          </a:p>
          <a:p>
            <a:pPr indent="0" lvl="0" marL="0" marR="0" rtl="0" algn="l">
              <a:lnSpc>
                <a:spcPct val="120000"/>
              </a:lnSpc>
              <a:spcBef>
                <a:spcPts val="1000"/>
              </a:spcBef>
              <a:spcAft>
                <a:spcPts val="0"/>
              </a:spcAft>
              <a:buClr>
                <a:schemeClr val="lt1"/>
              </a:buClr>
              <a:buSzPts val="2000"/>
              <a:buFont typeface="Arial"/>
              <a:buNone/>
            </a:pPr>
            <a:r>
              <a:rPr b="0" i="0" lang="es-ES" sz="2000" u="none" cap="none" strike="noStrike">
                <a:solidFill>
                  <a:schemeClr val="lt1"/>
                </a:solidFill>
                <a:latin typeface="Avenir"/>
                <a:ea typeface="Avenir"/>
                <a:cs typeface="Avenir"/>
                <a:sym typeface="Avenir"/>
              </a:rPr>
              <a:t>Se cargan datos mediante comando “INSERT” en todas las tablas excepto, AuditoriaProductos</a:t>
            </a:r>
            <a:endParaRPr b="0" i="0" sz="2000" u="none" cap="none" strike="noStrike">
              <a:solidFill>
                <a:schemeClr val="lt1"/>
              </a:solidFill>
              <a:latin typeface="Avenir"/>
              <a:ea typeface="Avenir"/>
              <a:cs typeface="Avenir"/>
              <a:sym typeface="Avenir"/>
            </a:endParaRPr>
          </a:p>
        </p:txBody>
      </p:sp>
      <p:pic>
        <p:nvPicPr>
          <p:cNvPr id="212" name="Google Shape;212;p5"/>
          <p:cNvPicPr preferRelativeResize="0"/>
          <p:nvPr/>
        </p:nvPicPr>
        <p:blipFill rotWithShape="1">
          <a:blip r:embed="rId3">
            <a:alphaModFix/>
          </a:blip>
          <a:srcRect b="0" l="0" r="0" t="0"/>
          <a:stretch/>
        </p:blipFill>
        <p:spPr>
          <a:xfrm>
            <a:off x="4648079" y="945883"/>
            <a:ext cx="6897598" cy="416833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6"/>
          <p:cNvSpPr txBox="1"/>
          <p:nvPr>
            <p:ph type="title"/>
          </p:nvPr>
        </p:nvSpPr>
        <p:spPr>
          <a:xfrm>
            <a:off x="365052" y="945883"/>
            <a:ext cx="3189383" cy="620974"/>
          </a:xfrm>
          <a:prstGeom prst="rect">
            <a:avLst/>
          </a:prstGeom>
          <a:noFill/>
          <a:ln>
            <a:noFill/>
          </a:ln>
        </p:spPr>
        <p:txBody>
          <a:bodyPr anchorCtr="0" anchor="b" bIns="0" lIns="0" spcFirstLastPara="1" rIns="0" wrap="square" tIns="0">
            <a:normAutofit fontScale="90000"/>
          </a:bodyPr>
          <a:lstStyle/>
          <a:p>
            <a:pPr indent="0" lvl="0" marL="0" rtl="0" algn="l">
              <a:lnSpc>
                <a:spcPct val="100000"/>
              </a:lnSpc>
              <a:spcBef>
                <a:spcPts val="0"/>
              </a:spcBef>
              <a:spcAft>
                <a:spcPts val="0"/>
              </a:spcAft>
              <a:buClr>
                <a:schemeClr val="lt1"/>
              </a:buClr>
              <a:buSzPct val="100000"/>
              <a:buFont typeface="Avenir"/>
              <a:buNone/>
            </a:pPr>
            <a:r>
              <a:rPr lang="es-ES"/>
              <a:t>P01R01_BD_04_VIEWS</a:t>
            </a:r>
            <a:endParaRPr/>
          </a:p>
        </p:txBody>
      </p:sp>
      <p:sp>
        <p:nvSpPr>
          <p:cNvPr id="218" name="Google Shape;218;p6"/>
          <p:cNvSpPr txBox="1"/>
          <p:nvPr>
            <p:ph idx="12" type="sldNum"/>
          </p:nvPr>
        </p:nvSpPr>
        <p:spPr>
          <a:xfrm>
            <a:off x="11669678" y="6408742"/>
            <a:ext cx="438652" cy="44883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
        <p:nvSpPr>
          <p:cNvPr id="219" name="Google Shape;219;p6"/>
          <p:cNvSpPr txBox="1"/>
          <p:nvPr/>
        </p:nvSpPr>
        <p:spPr>
          <a:xfrm>
            <a:off x="158159" y="2061897"/>
            <a:ext cx="3702392" cy="4504156"/>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lt1"/>
              </a:buClr>
              <a:buSzPts val="2000"/>
              <a:buFont typeface="Arial"/>
              <a:buNone/>
            </a:pPr>
            <a:r>
              <a:rPr b="0" i="0" lang="es-ES" sz="2000" u="none" cap="none" strike="noStrike">
                <a:solidFill>
                  <a:schemeClr val="lt1"/>
                </a:solidFill>
                <a:latin typeface="Avenir"/>
                <a:ea typeface="Avenir"/>
                <a:cs typeface="Avenir"/>
                <a:sym typeface="Avenir"/>
              </a:rPr>
              <a:t>Se llevan a cabo las creaciones de vistas para la creación de tablas virtuales cuyo resultado puedes ver mediante un comando “SELECT”</a:t>
            </a:r>
            <a:endParaRPr/>
          </a:p>
        </p:txBody>
      </p:sp>
      <p:pic>
        <p:nvPicPr>
          <p:cNvPr id="220" name="Google Shape;220;p6"/>
          <p:cNvPicPr preferRelativeResize="0"/>
          <p:nvPr/>
        </p:nvPicPr>
        <p:blipFill rotWithShape="1">
          <a:blip r:embed="rId3">
            <a:alphaModFix/>
          </a:blip>
          <a:srcRect b="0" l="0" r="0" t="0"/>
          <a:stretch/>
        </p:blipFill>
        <p:spPr>
          <a:xfrm>
            <a:off x="5234475" y="945883"/>
            <a:ext cx="5600988" cy="452143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7"/>
          <p:cNvSpPr txBox="1"/>
          <p:nvPr>
            <p:ph type="title"/>
          </p:nvPr>
        </p:nvSpPr>
        <p:spPr>
          <a:xfrm>
            <a:off x="365052" y="945883"/>
            <a:ext cx="3702392" cy="620974"/>
          </a:xfrm>
          <a:prstGeom prst="rect">
            <a:avLst/>
          </a:prstGeom>
          <a:noFill/>
          <a:ln>
            <a:noFill/>
          </a:ln>
        </p:spPr>
        <p:txBody>
          <a:bodyPr anchorCtr="0" anchor="b" bIns="0" lIns="0" spcFirstLastPara="1" rIns="0" wrap="square" tIns="0">
            <a:normAutofit fontScale="90000"/>
          </a:bodyPr>
          <a:lstStyle/>
          <a:p>
            <a:pPr indent="0" lvl="0" marL="0" rtl="0" algn="l">
              <a:lnSpc>
                <a:spcPct val="100000"/>
              </a:lnSpc>
              <a:spcBef>
                <a:spcPts val="0"/>
              </a:spcBef>
              <a:spcAft>
                <a:spcPts val="0"/>
              </a:spcAft>
              <a:buClr>
                <a:schemeClr val="lt1"/>
              </a:buClr>
              <a:buSzPct val="100000"/>
              <a:buFont typeface="Avenir"/>
              <a:buNone/>
            </a:pPr>
            <a:r>
              <a:rPr lang="es-ES"/>
              <a:t>P01R01_BD_05_STORED</a:t>
            </a:r>
            <a:br>
              <a:rPr lang="es-ES"/>
            </a:br>
            <a:r>
              <a:rPr lang="es-ES"/>
              <a:t>PROCEDURE</a:t>
            </a:r>
            <a:endParaRPr/>
          </a:p>
        </p:txBody>
      </p:sp>
      <p:sp>
        <p:nvSpPr>
          <p:cNvPr id="226" name="Google Shape;226;p7"/>
          <p:cNvSpPr txBox="1"/>
          <p:nvPr>
            <p:ph idx="12" type="sldNum"/>
          </p:nvPr>
        </p:nvSpPr>
        <p:spPr>
          <a:xfrm>
            <a:off x="11669678" y="6408742"/>
            <a:ext cx="438652" cy="44883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
        <p:nvSpPr>
          <p:cNvPr id="227" name="Google Shape;227;p7"/>
          <p:cNvSpPr txBox="1"/>
          <p:nvPr/>
        </p:nvSpPr>
        <p:spPr>
          <a:xfrm>
            <a:off x="158159" y="2061897"/>
            <a:ext cx="3702392" cy="4504156"/>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lt1"/>
              </a:buClr>
              <a:buSzPts val="2000"/>
              <a:buFont typeface="Arial"/>
              <a:buNone/>
            </a:pPr>
            <a:r>
              <a:rPr b="0" i="0" lang="es-ES" sz="2000" u="none" cap="none" strike="noStrike">
                <a:solidFill>
                  <a:schemeClr val="lt1"/>
                </a:solidFill>
                <a:latin typeface="Avenir"/>
                <a:ea typeface="Avenir"/>
                <a:cs typeface="Avenir"/>
                <a:sym typeface="Avenir"/>
              </a:rPr>
              <a:t>Se realiza un stored procedure que ejecuta inserts, updates y deletes. A diferencia de una función donde hace mas un calculo.</a:t>
            </a:r>
            <a:endParaRPr/>
          </a:p>
        </p:txBody>
      </p:sp>
      <p:pic>
        <p:nvPicPr>
          <p:cNvPr id="228" name="Google Shape;228;p7"/>
          <p:cNvPicPr preferRelativeResize="0"/>
          <p:nvPr/>
        </p:nvPicPr>
        <p:blipFill rotWithShape="1">
          <a:blip r:embed="rId3">
            <a:alphaModFix/>
          </a:blip>
          <a:srcRect b="0" l="0" r="0" t="0"/>
          <a:stretch/>
        </p:blipFill>
        <p:spPr>
          <a:xfrm>
            <a:off x="5097606" y="801604"/>
            <a:ext cx="5547106" cy="485004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8"/>
          <p:cNvSpPr txBox="1"/>
          <p:nvPr>
            <p:ph type="title"/>
          </p:nvPr>
        </p:nvSpPr>
        <p:spPr>
          <a:xfrm>
            <a:off x="158159" y="1096884"/>
            <a:ext cx="3854408" cy="620974"/>
          </a:xfrm>
          <a:prstGeom prst="rect">
            <a:avLst/>
          </a:prstGeom>
          <a:noFill/>
          <a:ln>
            <a:noFill/>
          </a:ln>
        </p:spPr>
        <p:txBody>
          <a:bodyPr anchorCtr="0" anchor="b" bIns="0" lIns="0" spcFirstLastPara="1" rIns="0" wrap="square" tIns="0">
            <a:normAutofit fontScale="90000"/>
          </a:bodyPr>
          <a:lstStyle/>
          <a:p>
            <a:pPr indent="0" lvl="0" marL="0" rtl="0" algn="l">
              <a:lnSpc>
                <a:spcPct val="100000"/>
              </a:lnSpc>
              <a:spcBef>
                <a:spcPts val="0"/>
              </a:spcBef>
              <a:spcAft>
                <a:spcPts val="0"/>
              </a:spcAft>
              <a:buClr>
                <a:schemeClr val="lt1"/>
              </a:buClr>
              <a:buSzPct val="100000"/>
              <a:buFont typeface="Avenir"/>
              <a:buNone/>
            </a:pPr>
            <a:r>
              <a:rPr lang="es-ES"/>
              <a:t>P01R01_BD_06_CONSULTAS GENERALES</a:t>
            </a:r>
            <a:endParaRPr/>
          </a:p>
        </p:txBody>
      </p:sp>
      <p:sp>
        <p:nvSpPr>
          <p:cNvPr id="234" name="Google Shape;234;p8"/>
          <p:cNvSpPr txBox="1"/>
          <p:nvPr>
            <p:ph idx="12" type="sldNum"/>
          </p:nvPr>
        </p:nvSpPr>
        <p:spPr>
          <a:xfrm>
            <a:off x="11669678" y="6408742"/>
            <a:ext cx="438652" cy="44883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
        <p:nvSpPr>
          <p:cNvPr id="235" name="Google Shape;235;p8"/>
          <p:cNvSpPr txBox="1"/>
          <p:nvPr/>
        </p:nvSpPr>
        <p:spPr>
          <a:xfrm>
            <a:off x="158159" y="2061897"/>
            <a:ext cx="3702392" cy="4504156"/>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2000"/>
              <a:buFont typeface="Arial"/>
              <a:buNone/>
            </a:pPr>
            <a:r>
              <a:t/>
            </a:r>
            <a:endParaRPr b="0" i="0" sz="2000" u="none" cap="none" strike="noStrike">
              <a:solidFill>
                <a:schemeClr val="lt1"/>
              </a:solidFill>
              <a:latin typeface="Avenir"/>
              <a:ea typeface="Avenir"/>
              <a:cs typeface="Avenir"/>
              <a:sym typeface="Avenir"/>
            </a:endParaRPr>
          </a:p>
        </p:txBody>
      </p:sp>
      <p:pic>
        <p:nvPicPr>
          <p:cNvPr id="236" name="Google Shape;236;p8"/>
          <p:cNvPicPr preferRelativeResize="0"/>
          <p:nvPr/>
        </p:nvPicPr>
        <p:blipFill rotWithShape="1">
          <a:blip r:embed="rId3">
            <a:alphaModFix/>
          </a:blip>
          <a:srcRect b="0" l="0" r="0" t="0"/>
          <a:stretch/>
        </p:blipFill>
        <p:spPr>
          <a:xfrm>
            <a:off x="4628053" y="936609"/>
            <a:ext cx="6274122" cy="4521432"/>
          </a:xfrm>
          <a:prstGeom prst="rect">
            <a:avLst/>
          </a:prstGeom>
          <a:noFill/>
          <a:ln>
            <a:noFill/>
          </a:ln>
        </p:spPr>
      </p:pic>
      <p:sp>
        <p:nvSpPr>
          <p:cNvPr id="237" name="Google Shape;237;p8"/>
          <p:cNvSpPr txBox="1"/>
          <p:nvPr/>
        </p:nvSpPr>
        <p:spPr>
          <a:xfrm>
            <a:off x="158159" y="2129001"/>
            <a:ext cx="3702392" cy="4504156"/>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lt1"/>
              </a:buClr>
              <a:buSzPts val="2000"/>
              <a:buFont typeface="Arial"/>
              <a:buNone/>
            </a:pPr>
            <a:r>
              <a:rPr b="0" i="0" lang="es-ES" sz="2000" u="none" cap="none" strike="noStrike">
                <a:solidFill>
                  <a:schemeClr val="lt1"/>
                </a:solidFill>
                <a:latin typeface="Avenir"/>
                <a:ea typeface="Avenir"/>
                <a:cs typeface="Avenir"/>
                <a:sym typeface="Avenir"/>
              </a:rPr>
              <a:t>Se realiza un stored procedure que ejecuta inserts, updates y deletes. A diferencia de una función donde hace mas un calculo.</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9"/>
          <p:cNvSpPr txBox="1"/>
          <p:nvPr>
            <p:ph type="title"/>
          </p:nvPr>
        </p:nvSpPr>
        <p:spPr>
          <a:xfrm>
            <a:off x="365053" y="945883"/>
            <a:ext cx="3495498" cy="620974"/>
          </a:xfrm>
          <a:prstGeom prst="rect">
            <a:avLst/>
          </a:prstGeom>
          <a:noFill/>
          <a:ln>
            <a:noFill/>
          </a:ln>
        </p:spPr>
        <p:txBody>
          <a:bodyPr anchorCtr="0" anchor="b" bIns="0" lIns="0" spcFirstLastPara="1" rIns="0" wrap="square" tIns="0">
            <a:normAutofit fontScale="90000"/>
          </a:bodyPr>
          <a:lstStyle/>
          <a:p>
            <a:pPr indent="0" lvl="0" marL="0" rtl="0" algn="l">
              <a:lnSpc>
                <a:spcPct val="100000"/>
              </a:lnSpc>
              <a:spcBef>
                <a:spcPts val="0"/>
              </a:spcBef>
              <a:spcAft>
                <a:spcPts val="0"/>
              </a:spcAft>
              <a:buClr>
                <a:schemeClr val="lt1"/>
              </a:buClr>
              <a:buSzPct val="100000"/>
              <a:buFont typeface="Avenir"/>
              <a:buNone/>
            </a:pPr>
            <a:r>
              <a:rPr lang="es-ES"/>
              <a:t>P01R01_BD_07_TRIGGER</a:t>
            </a:r>
            <a:endParaRPr/>
          </a:p>
        </p:txBody>
      </p:sp>
      <p:sp>
        <p:nvSpPr>
          <p:cNvPr id="243" name="Google Shape;243;p9"/>
          <p:cNvSpPr txBox="1"/>
          <p:nvPr>
            <p:ph idx="12" type="sldNum"/>
          </p:nvPr>
        </p:nvSpPr>
        <p:spPr>
          <a:xfrm>
            <a:off x="11669678" y="6408742"/>
            <a:ext cx="438652" cy="44883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
        <p:nvSpPr>
          <p:cNvPr id="244" name="Google Shape;244;p9"/>
          <p:cNvSpPr txBox="1"/>
          <p:nvPr/>
        </p:nvSpPr>
        <p:spPr>
          <a:xfrm>
            <a:off x="158159" y="2061897"/>
            <a:ext cx="3702392" cy="4504156"/>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2000"/>
              <a:buFont typeface="Arial"/>
              <a:buNone/>
            </a:pPr>
            <a:r>
              <a:t/>
            </a:r>
            <a:endParaRPr b="0" i="0" sz="2000" u="none" cap="none" strike="noStrike">
              <a:solidFill>
                <a:schemeClr val="lt1"/>
              </a:solidFill>
              <a:latin typeface="Avenir"/>
              <a:ea typeface="Avenir"/>
              <a:cs typeface="Avenir"/>
              <a:sym typeface="Avenir"/>
            </a:endParaRPr>
          </a:p>
        </p:txBody>
      </p:sp>
      <p:sp>
        <p:nvSpPr>
          <p:cNvPr id="245" name="Google Shape;245;p9"/>
          <p:cNvSpPr txBox="1"/>
          <p:nvPr/>
        </p:nvSpPr>
        <p:spPr>
          <a:xfrm>
            <a:off x="158159" y="2129001"/>
            <a:ext cx="3702392" cy="4504156"/>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lt1"/>
              </a:buClr>
              <a:buSzPts val="2000"/>
              <a:buFont typeface="Arial"/>
              <a:buNone/>
            </a:pPr>
            <a:r>
              <a:rPr b="0" i="0" lang="es-ES" sz="2000" u="none" cap="none" strike="noStrike">
                <a:solidFill>
                  <a:schemeClr val="lt1"/>
                </a:solidFill>
                <a:latin typeface="Avenir"/>
                <a:ea typeface="Avenir"/>
                <a:cs typeface="Avenir"/>
                <a:sym typeface="Avenir"/>
              </a:rPr>
              <a:t>Se realizan los disparadores que se ejecutaran en cuanto exista alguna acción de tipo insert, update o delete. Donde se podrá actual despues de (AFTER) la acción o en lugar de (INSTEAD OF) la acción.</a:t>
            </a:r>
            <a:endParaRPr/>
          </a:p>
        </p:txBody>
      </p:sp>
      <p:pic>
        <p:nvPicPr>
          <p:cNvPr id="246" name="Google Shape;246;p9"/>
          <p:cNvPicPr preferRelativeResize="0"/>
          <p:nvPr/>
        </p:nvPicPr>
        <p:blipFill rotWithShape="1">
          <a:blip r:embed="rId3">
            <a:alphaModFix/>
          </a:blip>
          <a:srcRect b="0" l="0" r="0" t="0"/>
          <a:stretch/>
        </p:blipFill>
        <p:spPr>
          <a:xfrm>
            <a:off x="4561867" y="945883"/>
            <a:ext cx="6364626" cy="401753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10"/>
          <p:cNvSpPr txBox="1"/>
          <p:nvPr>
            <p:ph type="title"/>
          </p:nvPr>
        </p:nvSpPr>
        <p:spPr>
          <a:xfrm>
            <a:off x="365053" y="945883"/>
            <a:ext cx="3495498" cy="620974"/>
          </a:xfrm>
          <a:prstGeom prst="rect">
            <a:avLst/>
          </a:prstGeom>
          <a:noFill/>
          <a:ln>
            <a:noFill/>
          </a:ln>
        </p:spPr>
        <p:txBody>
          <a:bodyPr anchorCtr="0" anchor="b" bIns="0" lIns="0" spcFirstLastPara="1" rIns="0" wrap="square" tIns="0">
            <a:normAutofit fontScale="90000"/>
          </a:bodyPr>
          <a:lstStyle/>
          <a:p>
            <a:pPr indent="0" lvl="0" marL="0" rtl="0" algn="l">
              <a:lnSpc>
                <a:spcPct val="100000"/>
              </a:lnSpc>
              <a:spcBef>
                <a:spcPts val="0"/>
              </a:spcBef>
              <a:spcAft>
                <a:spcPts val="0"/>
              </a:spcAft>
              <a:buClr>
                <a:schemeClr val="lt1"/>
              </a:buClr>
              <a:buSzPct val="100000"/>
              <a:buFont typeface="Avenir"/>
              <a:buNone/>
            </a:pPr>
            <a:r>
              <a:rPr lang="es-ES"/>
              <a:t>P01R01_BD_08_JOBS</a:t>
            </a:r>
            <a:endParaRPr/>
          </a:p>
        </p:txBody>
      </p:sp>
      <p:sp>
        <p:nvSpPr>
          <p:cNvPr id="252" name="Google Shape;252;p10"/>
          <p:cNvSpPr txBox="1"/>
          <p:nvPr>
            <p:ph idx="12" type="sldNum"/>
          </p:nvPr>
        </p:nvSpPr>
        <p:spPr>
          <a:xfrm>
            <a:off x="11669678" y="6408742"/>
            <a:ext cx="438652" cy="44883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
        <p:nvSpPr>
          <p:cNvPr id="253" name="Google Shape;253;p10"/>
          <p:cNvSpPr txBox="1"/>
          <p:nvPr/>
        </p:nvSpPr>
        <p:spPr>
          <a:xfrm>
            <a:off x="158159" y="2061897"/>
            <a:ext cx="3702392" cy="4504156"/>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2000"/>
              <a:buFont typeface="Arial"/>
              <a:buNone/>
            </a:pPr>
            <a:r>
              <a:t/>
            </a:r>
            <a:endParaRPr b="0" i="0" sz="2000" u="none" cap="none" strike="noStrike">
              <a:solidFill>
                <a:schemeClr val="lt1"/>
              </a:solidFill>
              <a:latin typeface="Avenir"/>
              <a:ea typeface="Avenir"/>
              <a:cs typeface="Avenir"/>
              <a:sym typeface="Avenir"/>
            </a:endParaRPr>
          </a:p>
        </p:txBody>
      </p:sp>
      <p:sp>
        <p:nvSpPr>
          <p:cNvPr id="254" name="Google Shape;254;p10"/>
          <p:cNvSpPr txBox="1"/>
          <p:nvPr/>
        </p:nvSpPr>
        <p:spPr>
          <a:xfrm>
            <a:off x="158159" y="2129001"/>
            <a:ext cx="3702392" cy="4504156"/>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lt1"/>
              </a:buClr>
              <a:buSzPts val="2000"/>
              <a:buFont typeface="Arial"/>
              <a:buNone/>
            </a:pPr>
            <a:r>
              <a:rPr b="0" i="0" lang="es-ES" sz="2000" u="none" cap="none" strike="noStrike">
                <a:solidFill>
                  <a:schemeClr val="lt1"/>
                </a:solidFill>
                <a:latin typeface="Avenir"/>
                <a:ea typeface="Avenir"/>
                <a:cs typeface="Avenir"/>
                <a:sym typeface="Avenir"/>
              </a:rPr>
              <a:t>Se realizan las sentencias de automatización conocidas como Jobs para crear procedimientos.</a:t>
            </a:r>
            <a:endParaRPr/>
          </a:p>
        </p:txBody>
      </p:sp>
      <p:pic>
        <p:nvPicPr>
          <p:cNvPr id="255" name="Google Shape;255;p10"/>
          <p:cNvPicPr preferRelativeResize="0"/>
          <p:nvPr/>
        </p:nvPicPr>
        <p:blipFill rotWithShape="1">
          <a:blip r:embed="rId3">
            <a:alphaModFix/>
          </a:blip>
          <a:srcRect b="0" l="0" r="0" t="0"/>
          <a:stretch/>
        </p:blipFill>
        <p:spPr>
          <a:xfrm>
            <a:off x="4586932" y="1140385"/>
            <a:ext cx="6286716" cy="362410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11"/>
          <p:cNvSpPr txBox="1"/>
          <p:nvPr>
            <p:ph type="ctrTitle"/>
          </p:nvPr>
        </p:nvSpPr>
        <p:spPr>
          <a:xfrm>
            <a:off x="782918" y="1028700"/>
            <a:ext cx="10614211" cy="1152712"/>
          </a:xfrm>
          <a:prstGeom prst="rect">
            <a:avLst/>
          </a:prstGeom>
          <a:noFill/>
          <a:ln>
            <a:noFill/>
          </a:ln>
        </p:spPr>
        <p:txBody>
          <a:bodyPr anchorCtr="0" anchor="b" bIns="0" lIns="0" spcFirstLastPara="1" rIns="0" wrap="square" tIns="0">
            <a:normAutofit/>
          </a:bodyPr>
          <a:lstStyle/>
          <a:p>
            <a:pPr indent="0" lvl="0" marL="0" rtl="0" algn="ctr">
              <a:lnSpc>
                <a:spcPct val="100000"/>
              </a:lnSpc>
              <a:spcBef>
                <a:spcPts val="0"/>
              </a:spcBef>
              <a:spcAft>
                <a:spcPts val="0"/>
              </a:spcAft>
              <a:buClr>
                <a:schemeClr val="lt1"/>
              </a:buClr>
              <a:buSzPts val="3600"/>
              <a:buFont typeface="Avenir"/>
              <a:buNone/>
            </a:pPr>
            <a:r>
              <a:rPr lang="es-ES"/>
              <a:t>CONTINGENCIAS DE CONSULTAS Y SENTENCIAS PRINCIPALES</a:t>
            </a:r>
            <a:endParaRPr/>
          </a:p>
        </p:txBody>
      </p:sp>
      <p:sp>
        <p:nvSpPr>
          <p:cNvPr id="261" name="Google Shape;261;p11"/>
          <p:cNvSpPr txBox="1"/>
          <p:nvPr>
            <p:ph idx="1" type="subTitle"/>
          </p:nvPr>
        </p:nvSpPr>
        <p:spPr>
          <a:xfrm>
            <a:off x="1524000" y="2408518"/>
            <a:ext cx="9144000" cy="609600"/>
          </a:xfrm>
          <a:prstGeom prst="rect">
            <a:avLst/>
          </a:prstGeom>
          <a:noFill/>
          <a:ln>
            <a:noFill/>
          </a:ln>
        </p:spPr>
        <p:txBody>
          <a:bodyPr anchorCtr="0" anchor="t" bIns="0" lIns="0" spcFirstLastPara="1" rIns="0" wrap="square" tIns="0">
            <a:normAutofit/>
          </a:bodyPr>
          <a:lstStyle/>
          <a:p>
            <a:pPr indent="-228600" lvl="0" marL="228600" rtl="0" algn="ctr">
              <a:lnSpc>
                <a:spcPct val="120000"/>
              </a:lnSpc>
              <a:spcBef>
                <a:spcPts val="0"/>
              </a:spcBef>
              <a:spcAft>
                <a:spcPts val="0"/>
              </a:spcAft>
              <a:buClr>
                <a:schemeClr val="lt1"/>
              </a:buClr>
              <a:buSzPts val="2000"/>
              <a:buNone/>
            </a:pPr>
            <a:r>
              <a:rPr lang="es-ES"/>
              <a:t>SQL SERVER</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12"/>
          <p:cNvSpPr txBox="1"/>
          <p:nvPr>
            <p:ph type="title"/>
          </p:nvPr>
        </p:nvSpPr>
        <p:spPr>
          <a:xfrm>
            <a:off x="158159" y="967917"/>
            <a:ext cx="3929099" cy="620974"/>
          </a:xfrm>
          <a:prstGeom prst="rect">
            <a:avLst/>
          </a:prstGeom>
          <a:noFill/>
          <a:ln>
            <a:noFill/>
          </a:ln>
        </p:spPr>
        <p:txBody>
          <a:bodyPr anchorCtr="0" anchor="b" bIns="0" lIns="0" spcFirstLastPara="1" rIns="0" wrap="square" tIns="0">
            <a:normAutofit fontScale="90000"/>
          </a:bodyPr>
          <a:lstStyle/>
          <a:p>
            <a:pPr indent="0" lvl="0" marL="0" rtl="0" algn="l">
              <a:lnSpc>
                <a:spcPct val="100000"/>
              </a:lnSpc>
              <a:spcBef>
                <a:spcPts val="0"/>
              </a:spcBef>
              <a:spcAft>
                <a:spcPts val="0"/>
              </a:spcAft>
              <a:buClr>
                <a:schemeClr val="lt1"/>
              </a:buClr>
              <a:buSzPct val="100000"/>
              <a:buFont typeface="Avenir"/>
              <a:buNone/>
            </a:pPr>
            <a:r>
              <a:rPr lang="es-ES"/>
              <a:t>P01R01_BD_A_CONTINGENCIA JOBS</a:t>
            </a:r>
            <a:endParaRPr/>
          </a:p>
        </p:txBody>
      </p:sp>
      <p:sp>
        <p:nvSpPr>
          <p:cNvPr id="267" name="Google Shape;267;p12"/>
          <p:cNvSpPr txBox="1"/>
          <p:nvPr>
            <p:ph idx="12" type="sldNum"/>
          </p:nvPr>
        </p:nvSpPr>
        <p:spPr>
          <a:xfrm>
            <a:off x="11669678" y="6408742"/>
            <a:ext cx="438652" cy="44883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
        <p:nvSpPr>
          <p:cNvPr id="268" name="Google Shape;268;p12"/>
          <p:cNvSpPr txBox="1"/>
          <p:nvPr/>
        </p:nvSpPr>
        <p:spPr>
          <a:xfrm>
            <a:off x="158159" y="2061897"/>
            <a:ext cx="3702392" cy="4504156"/>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2000"/>
              <a:buFont typeface="Arial"/>
              <a:buNone/>
            </a:pPr>
            <a:r>
              <a:t/>
            </a:r>
            <a:endParaRPr b="0" i="0" sz="2000" u="none" cap="none" strike="noStrike">
              <a:solidFill>
                <a:schemeClr val="lt1"/>
              </a:solidFill>
              <a:latin typeface="Avenir"/>
              <a:ea typeface="Avenir"/>
              <a:cs typeface="Avenir"/>
              <a:sym typeface="Avenir"/>
            </a:endParaRPr>
          </a:p>
        </p:txBody>
      </p:sp>
      <p:sp>
        <p:nvSpPr>
          <p:cNvPr id="269" name="Google Shape;269;p12"/>
          <p:cNvSpPr txBox="1"/>
          <p:nvPr/>
        </p:nvSpPr>
        <p:spPr>
          <a:xfrm>
            <a:off x="158159" y="2129001"/>
            <a:ext cx="3702392" cy="4504156"/>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lt1"/>
              </a:buClr>
              <a:buSzPts val="2000"/>
              <a:buFont typeface="Arial"/>
              <a:buNone/>
            </a:pPr>
            <a:r>
              <a:rPr b="0" i="0" lang="es-ES" sz="2000" u="none" cap="none" strike="noStrike">
                <a:solidFill>
                  <a:schemeClr val="lt1"/>
                </a:solidFill>
                <a:latin typeface="Avenir"/>
                <a:ea typeface="Avenir"/>
                <a:cs typeface="Avenir"/>
                <a:sym typeface="Avenir"/>
              </a:rPr>
              <a:t>Se codifica la contingencia de retroceso de creación para los procesos de Jobs.</a:t>
            </a:r>
            <a:endParaRPr/>
          </a:p>
        </p:txBody>
      </p:sp>
      <p:pic>
        <p:nvPicPr>
          <p:cNvPr id="270" name="Google Shape;270;p12"/>
          <p:cNvPicPr preferRelativeResize="0"/>
          <p:nvPr/>
        </p:nvPicPr>
        <p:blipFill rotWithShape="1">
          <a:blip r:embed="rId3">
            <a:alphaModFix/>
          </a:blip>
          <a:srcRect b="0" l="0" r="0" t="0"/>
          <a:stretch/>
        </p:blipFill>
        <p:spPr>
          <a:xfrm>
            <a:off x="4676463" y="1101688"/>
            <a:ext cx="6509436" cy="406181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13"/>
          <p:cNvSpPr txBox="1"/>
          <p:nvPr>
            <p:ph type="title"/>
          </p:nvPr>
        </p:nvSpPr>
        <p:spPr>
          <a:xfrm>
            <a:off x="158159" y="1373819"/>
            <a:ext cx="3620627" cy="620974"/>
          </a:xfrm>
          <a:prstGeom prst="rect">
            <a:avLst/>
          </a:prstGeom>
          <a:noFill/>
          <a:ln>
            <a:noFill/>
          </a:ln>
        </p:spPr>
        <p:txBody>
          <a:bodyPr anchorCtr="0" anchor="b" bIns="0" lIns="0" spcFirstLastPara="1" rIns="0" wrap="square" tIns="0">
            <a:normAutofit fontScale="90000"/>
          </a:bodyPr>
          <a:lstStyle/>
          <a:p>
            <a:pPr indent="0" lvl="0" marL="0" rtl="0" algn="l">
              <a:lnSpc>
                <a:spcPct val="100000"/>
              </a:lnSpc>
              <a:spcBef>
                <a:spcPts val="0"/>
              </a:spcBef>
              <a:spcAft>
                <a:spcPts val="0"/>
              </a:spcAft>
              <a:buClr>
                <a:schemeClr val="lt1"/>
              </a:buClr>
              <a:buSzPct val="100000"/>
              <a:buFont typeface="Avenir"/>
              <a:buNone/>
            </a:pPr>
            <a:r>
              <a:rPr lang="es-ES"/>
              <a:t>P01R01_BD_B_CONTINGENCIA TRIGGER</a:t>
            </a:r>
            <a:endParaRPr/>
          </a:p>
        </p:txBody>
      </p:sp>
      <p:sp>
        <p:nvSpPr>
          <p:cNvPr id="276" name="Google Shape;276;p13"/>
          <p:cNvSpPr txBox="1"/>
          <p:nvPr>
            <p:ph idx="12" type="sldNum"/>
          </p:nvPr>
        </p:nvSpPr>
        <p:spPr>
          <a:xfrm>
            <a:off x="11669678" y="6408742"/>
            <a:ext cx="438652" cy="44883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
        <p:nvSpPr>
          <p:cNvPr id="277" name="Google Shape;277;p13"/>
          <p:cNvSpPr txBox="1"/>
          <p:nvPr/>
        </p:nvSpPr>
        <p:spPr>
          <a:xfrm>
            <a:off x="158159" y="2061897"/>
            <a:ext cx="3702392" cy="4504156"/>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2000"/>
              <a:buFont typeface="Arial"/>
              <a:buNone/>
            </a:pPr>
            <a:r>
              <a:t/>
            </a:r>
            <a:endParaRPr b="0" i="0" sz="2000" u="none" cap="none" strike="noStrike">
              <a:solidFill>
                <a:schemeClr val="lt1"/>
              </a:solidFill>
              <a:latin typeface="Avenir"/>
              <a:ea typeface="Avenir"/>
              <a:cs typeface="Avenir"/>
              <a:sym typeface="Avenir"/>
            </a:endParaRPr>
          </a:p>
        </p:txBody>
      </p:sp>
      <p:sp>
        <p:nvSpPr>
          <p:cNvPr id="278" name="Google Shape;278;p13"/>
          <p:cNvSpPr txBox="1"/>
          <p:nvPr/>
        </p:nvSpPr>
        <p:spPr>
          <a:xfrm>
            <a:off x="158159" y="2129001"/>
            <a:ext cx="3702392" cy="4504156"/>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lt1"/>
              </a:buClr>
              <a:buSzPts val="2000"/>
              <a:buFont typeface="Arial"/>
              <a:buNone/>
            </a:pPr>
            <a:r>
              <a:rPr b="0" i="0" lang="es-ES" sz="2000" u="none" cap="none" strike="noStrike">
                <a:solidFill>
                  <a:schemeClr val="lt1"/>
                </a:solidFill>
                <a:latin typeface="Avenir"/>
                <a:ea typeface="Avenir"/>
                <a:cs typeface="Avenir"/>
                <a:sym typeface="Avenir"/>
              </a:rPr>
              <a:t>Se codifica la contingencia para los procesos para Triggers y su eliminación. Si se logran eliminar se indica con un PRINT, de lo contrario el PRINT dira que </a:t>
            </a:r>
            <a:endParaRPr/>
          </a:p>
        </p:txBody>
      </p:sp>
      <p:pic>
        <p:nvPicPr>
          <p:cNvPr id="279" name="Google Shape;279;p13"/>
          <p:cNvPicPr preferRelativeResize="0"/>
          <p:nvPr/>
        </p:nvPicPr>
        <p:blipFill rotWithShape="1">
          <a:blip r:embed="rId3">
            <a:alphaModFix/>
          </a:blip>
          <a:srcRect b="0" l="0" r="0" t="0"/>
          <a:stretch/>
        </p:blipFill>
        <p:spPr>
          <a:xfrm>
            <a:off x="4441500" y="661026"/>
            <a:ext cx="6310962" cy="406036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14"/>
          <p:cNvSpPr txBox="1"/>
          <p:nvPr>
            <p:ph type="title"/>
          </p:nvPr>
        </p:nvSpPr>
        <p:spPr>
          <a:xfrm>
            <a:off x="158159" y="967917"/>
            <a:ext cx="3620627" cy="620974"/>
          </a:xfrm>
          <a:prstGeom prst="rect">
            <a:avLst/>
          </a:prstGeom>
          <a:noFill/>
          <a:ln>
            <a:noFill/>
          </a:ln>
        </p:spPr>
        <p:txBody>
          <a:bodyPr anchorCtr="0" anchor="b" bIns="0" lIns="0" spcFirstLastPara="1" rIns="0" wrap="square" tIns="0">
            <a:normAutofit fontScale="90000"/>
          </a:bodyPr>
          <a:lstStyle/>
          <a:p>
            <a:pPr indent="0" lvl="0" marL="0" rtl="0" algn="l">
              <a:lnSpc>
                <a:spcPct val="100000"/>
              </a:lnSpc>
              <a:spcBef>
                <a:spcPts val="0"/>
              </a:spcBef>
              <a:spcAft>
                <a:spcPts val="0"/>
              </a:spcAft>
              <a:buClr>
                <a:schemeClr val="lt1"/>
              </a:buClr>
              <a:buSzPct val="100000"/>
              <a:buFont typeface="Avenir"/>
              <a:buNone/>
            </a:pPr>
            <a:r>
              <a:rPr lang="es-ES"/>
              <a:t>P01R01_BD_C_CONTINGENCIA VIEW</a:t>
            </a:r>
            <a:endParaRPr/>
          </a:p>
        </p:txBody>
      </p:sp>
      <p:sp>
        <p:nvSpPr>
          <p:cNvPr id="285" name="Google Shape;285;p14"/>
          <p:cNvSpPr txBox="1"/>
          <p:nvPr>
            <p:ph idx="12" type="sldNum"/>
          </p:nvPr>
        </p:nvSpPr>
        <p:spPr>
          <a:xfrm>
            <a:off x="11669678" y="6408742"/>
            <a:ext cx="438652" cy="44883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
        <p:nvSpPr>
          <p:cNvPr id="286" name="Google Shape;286;p14"/>
          <p:cNvSpPr txBox="1"/>
          <p:nvPr/>
        </p:nvSpPr>
        <p:spPr>
          <a:xfrm>
            <a:off x="158159" y="2061897"/>
            <a:ext cx="3702392" cy="4504156"/>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2000"/>
              <a:buFont typeface="Arial"/>
              <a:buNone/>
            </a:pPr>
            <a:r>
              <a:t/>
            </a:r>
            <a:endParaRPr b="0" i="0" sz="2000" u="none" cap="none" strike="noStrike">
              <a:solidFill>
                <a:schemeClr val="lt1"/>
              </a:solidFill>
              <a:latin typeface="Avenir"/>
              <a:ea typeface="Avenir"/>
              <a:cs typeface="Avenir"/>
              <a:sym typeface="Avenir"/>
            </a:endParaRPr>
          </a:p>
        </p:txBody>
      </p:sp>
      <p:sp>
        <p:nvSpPr>
          <p:cNvPr id="287" name="Google Shape;287;p14"/>
          <p:cNvSpPr txBox="1"/>
          <p:nvPr/>
        </p:nvSpPr>
        <p:spPr>
          <a:xfrm>
            <a:off x="158159" y="2129001"/>
            <a:ext cx="3702392" cy="4504156"/>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lt1"/>
              </a:buClr>
              <a:buSzPts val="2000"/>
              <a:buFont typeface="Arial"/>
              <a:buNone/>
            </a:pPr>
            <a:r>
              <a:rPr b="0" i="0" lang="es-ES" sz="2000" u="none" cap="none" strike="noStrike">
                <a:solidFill>
                  <a:schemeClr val="lt1"/>
                </a:solidFill>
                <a:latin typeface="Avenir"/>
                <a:ea typeface="Avenir"/>
                <a:cs typeface="Avenir"/>
                <a:sym typeface="Avenir"/>
              </a:rPr>
              <a:t>Se codifica la contingencia para la eliminación de la tabla de vistas, la cual guarda un valor del select siempre que se ejecute. Por lo que se elimino ese select (la view).</a:t>
            </a:r>
            <a:endParaRPr/>
          </a:p>
        </p:txBody>
      </p:sp>
      <p:pic>
        <p:nvPicPr>
          <p:cNvPr id="288" name="Google Shape;288;p14"/>
          <p:cNvPicPr preferRelativeResize="0"/>
          <p:nvPr/>
        </p:nvPicPr>
        <p:blipFill rotWithShape="1">
          <a:blip r:embed="rId3">
            <a:alphaModFix/>
          </a:blip>
          <a:srcRect b="0" l="0" r="0" t="0"/>
          <a:stretch/>
        </p:blipFill>
        <p:spPr>
          <a:xfrm>
            <a:off x="4289509" y="1468708"/>
            <a:ext cx="7599495" cy="321135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15"/>
          <p:cNvSpPr txBox="1"/>
          <p:nvPr>
            <p:ph type="title"/>
          </p:nvPr>
        </p:nvSpPr>
        <p:spPr>
          <a:xfrm>
            <a:off x="158159" y="967917"/>
            <a:ext cx="3620627" cy="620974"/>
          </a:xfrm>
          <a:prstGeom prst="rect">
            <a:avLst/>
          </a:prstGeom>
          <a:noFill/>
          <a:ln>
            <a:noFill/>
          </a:ln>
        </p:spPr>
        <p:txBody>
          <a:bodyPr anchorCtr="0" anchor="b" bIns="0" lIns="0" spcFirstLastPara="1" rIns="0" wrap="square" tIns="0">
            <a:normAutofit fontScale="90000"/>
          </a:bodyPr>
          <a:lstStyle/>
          <a:p>
            <a:pPr indent="0" lvl="0" marL="0" rtl="0" algn="l">
              <a:lnSpc>
                <a:spcPct val="100000"/>
              </a:lnSpc>
              <a:spcBef>
                <a:spcPts val="0"/>
              </a:spcBef>
              <a:spcAft>
                <a:spcPts val="0"/>
              </a:spcAft>
              <a:buClr>
                <a:schemeClr val="lt1"/>
              </a:buClr>
              <a:buSzPct val="100000"/>
              <a:buFont typeface="Avenir"/>
              <a:buNone/>
            </a:pPr>
            <a:r>
              <a:rPr lang="es-ES"/>
              <a:t>P01R01_BD_D_CONTINGENCIA VIEW</a:t>
            </a:r>
            <a:endParaRPr/>
          </a:p>
        </p:txBody>
      </p:sp>
      <p:sp>
        <p:nvSpPr>
          <p:cNvPr id="294" name="Google Shape;294;p15"/>
          <p:cNvSpPr txBox="1"/>
          <p:nvPr>
            <p:ph idx="12" type="sldNum"/>
          </p:nvPr>
        </p:nvSpPr>
        <p:spPr>
          <a:xfrm>
            <a:off x="11669678" y="6408742"/>
            <a:ext cx="438652" cy="44883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
        <p:nvSpPr>
          <p:cNvPr id="295" name="Google Shape;295;p15"/>
          <p:cNvSpPr txBox="1"/>
          <p:nvPr/>
        </p:nvSpPr>
        <p:spPr>
          <a:xfrm>
            <a:off x="158159" y="2061897"/>
            <a:ext cx="3702392" cy="4504156"/>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2000"/>
              <a:buFont typeface="Arial"/>
              <a:buNone/>
            </a:pPr>
            <a:r>
              <a:t/>
            </a:r>
            <a:endParaRPr b="0" i="0" sz="2000" u="none" cap="none" strike="noStrike">
              <a:solidFill>
                <a:schemeClr val="lt1"/>
              </a:solidFill>
              <a:latin typeface="Avenir"/>
              <a:ea typeface="Avenir"/>
              <a:cs typeface="Avenir"/>
              <a:sym typeface="Avenir"/>
            </a:endParaRPr>
          </a:p>
        </p:txBody>
      </p:sp>
      <p:sp>
        <p:nvSpPr>
          <p:cNvPr id="296" name="Google Shape;296;p15"/>
          <p:cNvSpPr txBox="1"/>
          <p:nvPr/>
        </p:nvSpPr>
        <p:spPr>
          <a:xfrm>
            <a:off x="158159" y="2129001"/>
            <a:ext cx="3702392" cy="4504156"/>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lt1"/>
              </a:buClr>
              <a:buSzPts val="2000"/>
              <a:buFont typeface="Arial"/>
              <a:buNone/>
            </a:pPr>
            <a:r>
              <a:rPr b="0" i="0" lang="es-ES" sz="2000" u="none" cap="none" strike="noStrike">
                <a:solidFill>
                  <a:schemeClr val="lt1"/>
                </a:solidFill>
                <a:latin typeface="Avenir"/>
                <a:ea typeface="Avenir"/>
                <a:cs typeface="Avenir"/>
                <a:sym typeface="Avenir"/>
              </a:rPr>
              <a:t>Se codifica la contingencia para la eliminación de la tabla de vistas, la cual guarda un valor del select siempre que se ejecute. Por lo que se elimino ese select (la view).</a:t>
            </a:r>
            <a:endParaRPr/>
          </a:p>
        </p:txBody>
      </p:sp>
      <p:pic>
        <p:nvPicPr>
          <p:cNvPr id="297" name="Google Shape;297;p15"/>
          <p:cNvPicPr preferRelativeResize="0"/>
          <p:nvPr/>
        </p:nvPicPr>
        <p:blipFill rotWithShape="1">
          <a:blip r:embed="rId3">
            <a:alphaModFix/>
          </a:blip>
          <a:srcRect b="0" l="0" r="0" t="0"/>
          <a:stretch/>
        </p:blipFill>
        <p:spPr>
          <a:xfrm>
            <a:off x="4289509" y="1468708"/>
            <a:ext cx="7599495" cy="321135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16"/>
          <p:cNvSpPr txBox="1"/>
          <p:nvPr>
            <p:ph type="title"/>
          </p:nvPr>
        </p:nvSpPr>
        <p:spPr>
          <a:xfrm>
            <a:off x="239924" y="1496896"/>
            <a:ext cx="3620627" cy="620974"/>
          </a:xfrm>
          <a:prstGeom prst="rect">
            <a:avLst/>
          </a:prstGeom>
          <a:noFill/>
          <a:ln>
            <a:noFill/>
          </a:ln>
        </p:spPr>
        <p:txBody>
          <a:bodyPr anchorCtr="0" anchor="b" bIns="0" lIns="0" spcFirstLastPara="1" rIns="0" wrap="square" tIns="0">
            <a:normAutofit fontScale="90000"/>
          </a:bodyPr>
          <a:lstStyle/>
          <a:p>
            <a:pPr indent="0" lvl="0" marL="0" rtl="0" algn="l">
              <a:lnSpc>
                <a:spcPct val="100000"/>
              </a:lnSpc>
              <a:spcBef>
                <a:spcPts val="0"/>
              </a:spcBef>
              <a:spcAft>
                <a:spcPts val="0"/>
              </a:spcAft>
              <a:buClr>
                <a:schemeClr val="lt1"/>
              </a:buClr>
              <a:buSzPct val="100000"/>
              <a:buFont typeface="Avenir"/>
              <a:buNone/>
            </a:pPr>
            <a:r>
              <a:rPr lang="es-ES"/>
              <a:t>P01R01_BD_E_CONTINGENCIA CARGA INICIAL</a:t>
            </a:r>
            <a:endParaRPr/>
          </a:p>
        </p:txBody>
      </p:sp>
      <p:sp>
        <p:nvSpPr>
          <p:cNvPr id="303" name="Google Shape;303;p16"/>
          <p:cNvSpPr txBox="1"/>
          <p:nvPr>
            <p:ph idx="12" type="sldNum"/>
          </p:nvPr>
        </p:nvSpPr>
        <p:spPr>
          <a:xfrm>
            <a:off x="11669678" y="6408742"/>
            <a:ext cx="438652" cy="44883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
        <p:nvSpPr>
          <p:cNvPr id="304" name="Google Shape;304;p16"/>
          <p:cNvSpPr txBox="1"/>
          <p:nvPr/>
        </p:nvSpPr>
        <p:spPr>
          <a:xfrm>
            <a:off x="158159" y="2061897"/>
            <a:ext cx="3702392" cy="4504156"/>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2000"/>
              <a:buFont typeface="Arial"/>
              <a:buNone/>
            </a:pPr>
            <a:r>
              <a:t/>
            </a:r>
            <a:endParaRPr b="0" i="0" sz="2000" u="none" cap="none" strike="noStrike">
              <a:solidFill>
                <a:schemeClr val="lt1"/>
              </a:solidFill>
              <a:latin typeface="Avenir"/>
              <a:ea typeface="Avenir"/>
              <a:cs typeface="Avenir"/>
              <a:sym typeface="Avenir"/>
            </a:endParaRPr>
          </a:p>
        </p:txBody>
      </p:sp>
      <p:sp>
        <p:nvSpPr>
          <p:cNvPr id="305" name="Google Shape;305;p16"/>
          <p:cNvSpPr txBox="1"/>
          <p:nvPr/>
        </p:nvSpPr>
        <p:spPr>
          <a:xfrm>
            <a:off x="158159" y="2682871"/>
            <a:ext cx="3702392" cy="247605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lt1"/>
              </a:buClr>
              <a:buSzPts val="2000"/>
              <a:buFont typeface="Arial"/>
              <a:buNone/>
            </a:pPr>
            <a:r>
              <a:rPr b="0" i="0" lang="es-ES" sz="2000" u="none" cap="none" strike="noStrike">
                <a:solidFill>
                  <a:schemeClr val="lt1"/>
                </a:solidFill>
                <a:latin typeface="Avenir"/>
                <a:ea typeface="Avenir"/>
                <a:cs typeface="Avenir"/>
                <a:sym typeface="Avenir"/>
              </a:rPr>
              <a:t>Se codifica la contingencia para la eliminación de los datos de la carga inicial. Las cargas afectadas son:</a:t>
            </a:r>
            <a:endParaRPr/>
          </a:p>
          <a:p>
            <a:pPr indent="-228600" lvl="0" marL="228600" marR="0" rtl="0" algn="l">
              <a:lnSpc>
                <a:spcPct val="120000"/>
              </a:lnSpc>
              <a:spcBef>
                <a:spcPts val="1000"/>
              </a:spcBef>
              <a:spcAft>
                <a:spcPts val="0"/>
              </a:spcAft>
              <a:buClr>
                <a:schemeClr val="lt1"/>
              </a:buClr>
              <a:buSzPts val="2000"/>
              <a:buFont typeface="Arial"/>
              <a:buChar char="•"/>
            </a:pPr>
            <a:r>
              <a:rPr b="0" i="0" lang="es-ES" sz="2000" u="none" cap="none" strike="noStrike">
                <a:solidFill>
                  <a:schemeClr val="lt1"/>
                </a:solidFill>
                <a:latin typeface="Avenir"/>
                <a:ea typeface="Avenir"/>
                <a:cs typeface="Avenir"/>
                <a:sym typeface="Avenir"/>
              </a:rPr>
              <a:t>Clientes</a:t>
            </a:r>
            <a:endParaRPr/>
          </a:p>
          <a:p>
            <a:pPr indent="-228600" lvl="0" marL="228600" marR="0" rtl="0" algn="l">
              <a:lnSpc>
                <a:spcPct val="120000"/>
              </a:lnSpc>
              <a:spcBef>
                <a:spcPts val="1000"/>
              </a:spcBef>
              <a:spcAft>
                <a:spcPts val="0"/>
              </a:spcAft>
              <a:buClr>
                <a:schemeClr val="lt1"/>
              </a:buClr>
              <a:buSzPts val="2000"/>
              <a:buFont typeface="Arial"/>
              <a:buChar char="•"/>
            </a:pPr>
            <a:r>
              <a:rPr b="0" i="0" lang="es-ES" sz="2000" u="none" cap="none" strike="noStrike">
                <a:solidFill>
                  <a:schemeClr val="lt1"/>
                </a:solidFill>
                <a:latin typeface="Avenir"/>
                <a:ea typeface="Avenir"/>
                <a:cs typeface="Avenir"/>
                <a:sym typeface="Avenir"/>
              </a:rPr>
              <a:t>Pedidos</a:t>
            </a:r>
            <a:endParaRPr/>
          </a:p>
          <a:p>
            <a:pPr indent="-228600" lvl="0" marL="228600" marR="0" rtl="0" algn="l">
              <a:lnSpc>
                <a:spcPct val="120000"/>
              </a:lnSpc>
              <a:spcBef>
                <a:spcPts val="1000"/>
              </a:spcBef>
              <a:spcAft>
                <a:spcPts val="0"/>
              </a:spcAft>
              <a:buClr>
                <a:schemeClr val="lt1"/>
              </a:buClr>
              <a:buSzPts val="2000"/>
              <a:buFont typeface="Arial"/>
              <a:buChar char="•"/>
            </a:pPr>
            <a:r>
              <a:rPr b="0" i="0" lang="es-ES" sz="2000" u="none" cap="none" strike="noStrike">
                <a:solidFill>
                  <a:schemeClr val="lt1"/>
                </a:solidFill>
                <a:latin typeface="Avenir"/>
                <a:ea typeface="Avenir"/>
                <a:cs typeface="Avenir"/>
                <a:sym typeface="Avenir"/>
              </a:rPr>
              <a:t>Productos</a:t>
            </a:r>
            <a:endParaRPr/>
          </a:p>
          <a:p>
            <a:pPr indent="-228600" lvl="0" marL="228600" marR="0" rtl="0" algn="l">
              <a:lnSpc>
                <a:spcPct val="120000"/>
              </a:lnSpc>
              <a:spcBef>
                <a:spcPts val="1000"/>
              </a:spcBef>
              <a:spcAft>
                <a:spcPts val="0"/>
              </a:spcAft>
              <a:buClr>
                <a:schemeClr val="lt1"/>
              </a:buClr>
              <a:buSzPts val="2000"/>
              <a:buFont typeface="Arial"/>
              <a:buChar char="•"/>
            </a:pPr>
            <a:r>
              <a:rPr b="0" i="0" lang="es-ES" sz="2000" u="none" cap="none" strike="noStrike">
                <a:solidFill>
                  <a:schemeClr val="lt1"/>
                </a:solidFill>
                <a:latin typeface="Avenir"/>
                <a:ea typeface="Avenir"/>
                <a:cs typeface="Avenir"/>
                <a:sym typeface="Avenir"/>
              </a:rPr>
              <a:t>DetallesPedido</a:t>
            </a:r>
            <a:endParaRPr b="0" i="0" sz="2000" u="none" cap="none" strike="noStrike">
              <a:solidFill>
                <a:schemeClr val="lt1"/>
              </a:solidFill>
              <a:latin typeface="Avenir"/>
              <a:ea typeface="Avenir"/>
              <a:cs typeface="Avenir"/>
              <a:sym typeface="Avenir"/>
            </a:endParaRPr>
          </a:p>
        </p:txBody>
      </p:sp>
      <p:pic>
        <p:nvPicPr>
          <p:cNvPr id="306" name="Google Shape;306;p16"/>
          <p:cNvPicPr preferRelativeResize="0"/>
          <p:nvPr/>
        </p:nvPicPr>
        <p:blipFill rotWithShape="1">
          <a:blip r:embed="rId3">
            <a:alphaModFix/>
          </a:blip>
          <a:srcRect b="0" l="0" r="0" t="0"/>
          <a:stretch/>
        </p:blipFill>
        <p:spPr>
          <a:xfrm>
            <a:off x="4803228" y="1229148"/>
            <a:ext cx="6235673" cy="3929773"/>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17"/>
          <p:cNvSpPr txBox="1"/>
          <p:nvPr>
            <p:ph type="title"/>
          </p:nvPr>
        </p:nvSpPr>
        <p:spPr>
          <a:xfrm>
            <a:off x="239924" y="1496896"/>
            <a:ext cx="3803266" cy="620974"/>
          </a:xfrm>
          <a:prstGeom prst="rect">
            <a:avLst/>
          </a:prstGeom>
          <a:noFill/>
          <a:ln>
            <a:noFill/>
          </a:ln>
        </p:spPr>
        <p:txBody>
          <a:bodyPr anchorCtr="0" anchor="b" bIns="0" lIns="0" spcFirstLastPara="1" rIns="0" wrap="square" tIns="0">
            <a:normAutofit fontScale="90000"/>
          </a:bodyPr>
          <a:lstStyle/>
          <a:p>
            <a:pPr indent="0" lvl="0" marL="0" rtl="0" algn="l">
              <a:lnSpc>
                <a:spcPct val="100000"/>
              </a:lnSpc>
              <a:spcBef>
                <a:spcPts val="0"/>
              </a:spcBef>
              <a:spcAft>
                <a:spcPts val="0"/>
              </a:spcAft>
              <a:buClr>
                <a:schemeClr val="lt1"/>
              </a:buClr>
              <a:buSzPct val="100000"/>
              <a:buFont typeface="Avenir"/>
              <a:buNone/>
            </a:pPr>
            <a:r>
              <a:rPr lang="es-ES"/>
              <a:t>P01R01_BD_F_CONTINGENCIA CRÉATE TABLES</a:t>
            </a:r>
            <a:endParaRPr/>
          </a:p>
        </p:txBody>
      </p:sp>
      <p:sp>
        <p:nvSpPr>
          <p:cNvPr id="312" name="Google Shape;312;p17"/>
          <p:cNvSpPr txBox="1"/>
          <p:nvPr>
            <p:ph idx="12" type="sldNum"/>
          </p:nvPr>
        </p:nvSpPr>
        <p:spPr>
          <a:xfrm>
            <a:off x="11669678" y="6408742"/>
            <a:ext cx="438652" cy="44883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
        <p:nvSpPr>
          <p:cNvPr id="313" name="Google Shape;313;p17"/>
          <p:cNvSpPr txBox="1"/>
          <p:nvPr/>
        </p:nvSpPr>
        <p:spPr>
          <a:xfrm>
            <a:off x="158159" y="2061897"/>
            <a:ext cx="3702392" cy="4504156"/>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2000"/>
              <a:buFont typeface="Arial"/>
              <a:buNone/>
            </a:pPr>
            <a:r>
              <a:t/>
            </a:r>
            <a:endParaRPr b="0" i="0" sz="2000" u="none" cap="none" strike="noStrike">
              <a:solidFill>
                <a:schemeClr val="lt1"/>
              </a:solidFill>
              <a:latin typeface="Avenir"/>
              <a:ea typeface="Avenir"/>
              <a:cs typeface="Avenir"/>
              <a:sym typeface="Avenir"/>
            </a:endParaRPr>
          </a:p>
        </p:txBody>
      </p:sp>
      <p:sp>
        <p:nvSpPr>
          <p:cNvPr id="314" name="Google Shape;314;p17"/>
          <p:cNvSpPr txBox="1"/>
          <p:nvPr/>
        </p:nvSpPr>
        <p:spPr>
          <a:xfrm>
            <a:off x="158159" y="2682871"/>
            <a:ext cx="3702392" cy="247605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lt1"/>
              </a:buClr>
              <a:buSzPts val="2000"/>
              <a:buFont typeface="Arial"/>
              <a:buNone/>
            </a:pPr>
            <a:r>
              <a:rPr b="0" i="0" lang="es-ES" sz="2000" u="none" cap="none" strike="noStrike">
                <a:solidFill>
                  <a:schemeClr val="lt1"/>
                </a:solidFill>
                <a:latin typeface="Avenir"/>
                <a:ea typeface="Avenir"/>
                <a:cs typeface="Avenir"/>
                <a:sym typeface="Avenir"/>
              </a:rPr>
              <a:t>Se codifica la contingencia para la eliminación de las tablas dento de la base de datos.</a:t>
            </a:r>
            <a:endParaRPr/>
          </a:p>
        </p:txBody>
      </p:sp>
      <p:pic>
        <p:nvPicPr>
          <p:cNvPr id="315" name="Google Shape;315;p17"/>
          <p:cNvPicPr preferRelativeResize="0"/>
          <p:nvPr/>
        </p:nvPicPr>
        <p:blipFill rotWithShape="1">
          <a:blip r:embed="rId3">
            <a:alphaModFix/>
          </a:blip>
          <a:srcRect b="0" l="0" r="0" t="0"/>
          <a:stretch/>
        </p:blipFill>
        <p:spPr>
          <a:xfrm>
            <a:off x="4345464" y="1167788"/>
            <a:ext cx="7484928" cy="3815437"/>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18"/>
          <p:cNvSpPr txBox="1"/>
          <p:nvPr>
            <p:ph type="title"/>
          </p:nvPr>
        </p:nvSpPr>
        <p:spPr>
          <a:xfrm>
            <a:off x="239924" y="1496896"/>
            <a:ext cx="3803266" cy="620974"/>
          </a:xfrm>
          <a:prstGeom prst="rect">
            <a:avLst/>
          </a:prstGeom>
          <a:noFill/>
          <a:ln>
            <a:noFill/>
          </a:ln>
        </p:spPr>
        <p:txBody>
          <a:bodyPr anchorCtr="0" anchor="b" bIns="0" lIns="0" spcFirstLastPara="1" rIns="0" wrap="square" tIns="0">
            <a:normAutofit fontScale="90000"/>
          </a:bodyPr>
          <a:lstStyle/>
          <a:p>
            <a:pPr indent="0" lvl="0" marL="0" rtl="0" algn="l">
              <a:lnSpc>
                <a:spcPct val="100000"/>
              </a:lnSpc>
              <a:spcBef>
                <a:spcPts val="0"/>
              </a:spcBef>
              <a:spcAft>
                <a:spcPts val="0"/>
              </a:spcAft>
              <a:buClr>
                <a:schemeClr val="lt1"/>
              </a:buClr>
              <a:buSzPct val="100000"/>
              <a:buFont typeface="Avenir"/>
              <a:buNone/>
            </a:pPr>
            <a:r>
              <a:rPr lang="es-ES"/>
              <a:t>P01R01_BD_G_CONTINGENCIA CRÉATE DATABASE</a:t>
            </a:r>
            <a:endParaRPr/>
          </a:p>
        </p:txBody>
      </p:sp>
      <p:sp>
        <p:nvSpPr>
          <p:cNvPr id="321" name="Google Shape;321;p18"/>
          <p:cNvSpPr txBox="1"/>
          <p:nvPr>
            <p:ph idx="12" type="sldNum"/>
          </p:nvPr>
        </p:nvSpPr>
        <p:spPr>
          <a:xfrm>
            <a:off x="11669678" y="6408742"/>
            <a:ext cx="438652" cy="44883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
        <p:nvSpPr>
          <p:cNvPr id="322" name="Google Shape;322;p18"/>
          <p:cNvSpPr txBox="1"/>
          <p:nvPr/>
        </p:nvSpPr>
        <p:spPr>
          <a:xfrm>
            <a:off x="158159" y="2061897"/>
            <a:ext cx="3702392" cy="4504156"/>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2000"/>
              <a:buFont typeface="Arial"/>
              <a:buNone/>
            </a:pPr>
            <a:r>
              <a:t/>
            </a:r>
            <a:endParaRPr b="0" i="0" sz="2000" u="none" cap="none" strike="noStrike">
              <a:solidFill>
                <a:schemeClr val="lt1"/>
              </a:solidFill>
              <a:latin typeface="Avenir"/>
              <a:ea typeface="Avenir"/>
              <a:cs typeface="Avenir"/>
              <a:sym typeface="Avenir"/>
            </a:endParaRPr>
          </a:p>
        </p:txBody>
      </p:sp>
      <p:sp>
        <p:nvSpPr>
          <p:cNvPr id="323" name="Google Shape;323;p18"/>
          <p:cNvSpPr txBox="1"/>
          <p:nvPr/>
        </p:nvSpPr>
        <p:spPr>
          <a:xfrm>
            <a:off x="158159" y="2682871"/>
            <a:ext cx="3702392" cy="247605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lt1"/>
              </a:buClr>
              <a:buSzPts val="2000"/>
              <a:buFont typeface="Arial"/>
              <a:buNone/>
            </a:pPr>
            <a:r>
              <a:rPr b="0" i="0" lang="es-ES" sz="2000" u="none" cap="none" strike="noStrike">
                <a:solidFill>
                  <a:schemeClr val="lt1"/>
                </a:solidFill>
                <a:latin typeface="Avenir"/>
                <a:ea typeface="Avenir"/>
                <a:cs typeface="Avenir"/>
                <a:sym typeface="Avenir"/>
              </a:rPr>
              <a:t>Se codifica la contingencia para la eliminación de la Base de datos.</a:t>
            </a:r>
            <a:endParaRPr/>
          </a:p>
        </p:txBody>
      </p:sp>
      <p:pic>
        <p:nvPicPr>
          <p:cNvPr id="324" name="Google Shape;324;p18"/>
          <p:cNvPicPr preferRelativeResize="0"/>
          <p:nvPr/>
        </p:nvPicPr>
        <p:blipFill rotWithShape="1">
          <a:blip r:embed="rId3">
            <a:alphaModFix/>
          </a:blip>
          <a:srcRect b="0" l="0" r="0" t="0"/>
          <a:stretch/>
        </p:blipFill>
        <p:spPr>
          <a:xfrm>
            <a:off x="4447465" y="1067843"/>
            <a:ext cx="6360081" cy="436295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h146793eb52bdf048_0_9"/>
          <p:cNvSpPr txBox="1"/>
          <p:nvPr>
            <p:ph type="ctrTitle"/>
          </p:nvPr>
        </p:nvSpPr>
        <p:spPr>
          <a:xfrm>
            <a:off x="782918" y="1028700"/>
            <a:ext cx="10614300" cy="1152600"/>
          </a:xfrm>
          <a:prstGeom prst="rect">
            <a:avLst/>
          </a:prstGeom>
          <a:noFill/>
          <a:ln>
            <a:noFill/>
          </a:ln>
        </p:spPr>
        <p:txBody>
          <a:bodyPr anchorCtr="0" anchor="b" bIns="0" lIns="0" spcFirstLastPara="1" rIns="0" wrap="square" tIns="0">
            <a:normAutofit/>
          </a:bodyPr>
          <a:lstStyle/>
          <a:p>
            <a:pPr indent="0" lvl="0" marL="0" rtl="0" algn="ctr">
              <a:lnSpc>
                <a:spcPct val="100000"/>
              </a:lnSpc>
              <a:spcBef>
                <a:spcPts val="0"/>
              </a:spcBef>
              <a:spcAft>
                <a:spcPts val="0"/>
              </a:spcAft>
              <a:buClr>
                <a:schemeClr val="lt1"/>
              </a:buClr>
              <a:buSzPts val="3600"/>
              <a:buFont typeface="Avenir"/>
              <a:buNone/>
            </a:pPr>
            <a:r>
              <a:rPr lang="es-ES"/>
              <a:t>CONTINGENCIAS DE CONSULTAS Y SENTENCIAS PRINCIPALES</a:t>
            </a:r>
            <a:endParaRPr/>
          </a:p>
        </p:txBody>
      </p:sp>
      <p:sp>
        <p:nvSpPr>
          <p:cNvPr id="330" name="Google Shape;330;h146793eb52bdf048_0_9"/>
          <p:cNvSpPr txBox="1"/>
          <p:nvPr>
            <p:ph idx="1" type="subTitle"/>
          </p:nvPr>
        </p:nvSpPr>
        <p:spPr>
          <a:xfrm>
            <a:off x="1524000" y="2408518"/>
            <a:ext cx="9144000" cy="609600"/>
          </a:xfrm>
          <a:prstGeom prst="rect">
            <a:avLst/>
          </a:prstGeom>
          <a:noFill/>
          <a:ln>
            <a:noFill/>
          </a:ln>
        </p:spPr>
        <p:txBody>
          <a:bodyPr anchorCtr="0" anchor="t" bIns="0" lIns="0" spcFirstLastPara="1" rIns="0" wrap="square" tIns="0">
            <a:normAutofit/>
          </a:bodyPr>
          <a:lstStyle/>
          <a:p>
            <a:pPr indent="-228600" lvl="0" marL="228600" rtl="0" algn="ctr">
              <a:lnSpc>
                <a:spcPct val="120000"/>
              </a:lnSpc>
              <a:spcBef>
                <a:spcPts val="0"/>
              </a:spcBef>
              <a:spcAft>
                <a:spcPts val="0"/>
              </a:spcAft>
              <a:buClr>
                <a:schemeClr val="lt1"/>
              </a:buClr>
              <a:buSzPts val="2000"/>
              <a:buNone/>
            </a:pPr>
            <a:r>
              <a:rPr lang="es-ES"/>
              <a:t>SQL SERVER</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h146793eb52bdf048_0_14"/>
          <p:cNvSpPr txBox="1"/>
          <p:nvPr>
            <p:ph type="title"/>
          </p:nvPr>
        </p:nvSpPr>
        <p:spPr>
          <a:xfrm>
            <a:off x="239924" y="1496896"/>
            <a:ext cx="3803400" cy="621000"/>
          </a:xfrm>
          <a:prstGeom prst="rect">
            <a:avLst/>
          </a:prstGeom>
          <a:noFill/>
          <a:ln>
            <a:noFill/>
          </a:ln>
        </p:spPr>
        <p:txBody>
          <a:bodyPr anchorCtr="0" anchor="b" bIns="0" lIns="0" spcFirstLastPara="1" rIns="0" wrap="square" tIns="0">
            <a:normAutofit/>
          </a:bodyPr>
          <a:lstStyle/>
          <a:p>
            <a:pPr indent="0" lvl="0" marL="0" rtl="0" algn="l">
              <a:lnSpc>
                <a:spcPct val="100000"/>
              </a:lnSpc>
              <a:spcBef>
                <a:spcPts val="0"/>
              </a:spcBef>
              <a:spcAft>
                <a:spcPts val="0"/>
              </a:spcAft>
              <a:buClr>
                <a:schemeClr val="lt1"/>
              </a:buClr>
              <a:buSzPts val="3600"/>
              <a:buFont typeface="Avenir"/>
              <a:buNone/>
            </a:pPr>
            <a:r>
              <a:rPr lang="es-ES"/>
              <a:t>VISTAS</a:t>
            </a:r>
            <a:endParaRPr/>
          </a:p>
        </p:txBody>
      </p:sp>
      <p:sp>
        <p:nvSpPr>
          <p:cNvPr id="336" name="Google Shape;336;h146793eb52bdf048_0_14"/>
          <p:cNvSpPr txBox="1"/>
          <p:nvPr>
            <p:ph idx="12" type="sldNum"/>
          </p:nvPr>
        </p:nvSpPr>
        <p:spPr>
          <a:xfrm>
            <a:off x="11669678" y="6408742"/>
            <a:ext cx="438600" cy="4488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
        <p:nvSpPr>
          <p:cNvPr id="337" name="Google Shape;337;h146793eb52bdf048_0_14"/>
          <p:cNvSpPr txBox="1"/>
          <p:nvPr/>
        </p:nvSpPr>
        <p:spPr>
          <a:xfrm>
            <a:off x="158159" y="2061897"/>
            <a:ext cx="3702300" cy="45042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2000"/>
              <a:buFont typeface="Arial"/>
              <a:buNone/>
            </a:pPr>
            <a:r>
              <a:t/>
            </a:r>
            <a:endParaRPr b="0" i="0" sz="2000" u="none" cap="none" strike="noStrike">
              <a:solidFill>
                <a:schemeClr val="lt1"/>
              </a:solidFill>
              <a:latin typeface="Avenir"/>
              <a:ea typeface="Avenir"/>
              <a:cs typeface="Avenir"/>
              <a:sym typeface="Avenir"/>
            </a:endParaRPr>
          </a:p>
        </p:txBody>
      </p:sp>
      <p:sp>
        <p:nvSpPr>
          <p:cNvPr id="338" name="Google Shape;338;h146793eb52bdf048_0_14"/>
          <p:cNvSpPr txBox="1"/>
          <p:nvPr/>
        </p:nvSpPr>
        <p:spPr>
          <a:xfrm>
            <a:off x="158159" y="2682871"/>
            <a:ext cx="3702300" cy="24762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lt1"/>
              </a:buClr>
              <a:buSzPts val="2000"/>
              <a:buFont typeface="Arial"/>
              <a:buNone/>
            </a:pPr>
            <a:r>
              <a:rPr lang="es-ES" sz="2000">
                <a:solidFill>
                  <a:schemeClr val="lt1"/>
                </a:solidFill>
                <a:latin typeface="Avenir"/>
                <a:ea typeface="Avenir"/>
                <a:cs typeface="Avenir"/>
                <a:sym typeface="Avenir"/>
              </a:rPr>
              <a:t>Primer vista de la pagina de cafe house donde se ve puede exportar la carta</a:t>
            </a:r>
            <a:endParaRPr/>
          </a:p>
        </p:txBody>
      </p:sp>
      <p:pic>
        <p:nvPicPr>
          <p:cNvPr id="339" name="Google Shape;339;h146793eb52bdf048_0_14"/>
          <p:cNvPicPr preferRelativeResize="0"/>
          <p:nvPr/>
        </p:nvPicPr>
        <p:blipFill>
          <a:blip r:embed="rId3">
            <a:alphaModFix/>
          </a:blip>
          <a:stretch>
            <a:fillRect/>
          </a:stretch>
        </p:blipFill>
        <p:spPr>
          <a:xfrm>
            <a:off x="5310825" y="730248"/>
            <a:ext cx="5936378" cy="475945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h146793eb52bdf048_0_0"/>
          <p:cNvSpPr txBox="1"/>
          <p:nvPr>
            <p:ph type="title"/>
          </p:nvPr>
        </p:nvSpPr>
        <p:spPr>
          <a:xfrm>
            <a:off x="239924" y="1496896"/>
            <a:ext cx="3803400" cy="621000"/>
          </a:xfrm>
          <a:prstGeom prst="rect">
            <a:avLst/>
          </a:prstGeom>
          <a:noFill/>
          <a:ln>
            <a:noFill/>
          </a:ln>
        </p:spPr>
        <p:txBody>
          <a:bodyPr anchorCtr="0" anchor="b" bIns="0" lIns="0" spcFirstLastPara="1" rIns="0" wrap="square" tIns="0">
            <a:normAutofit/>
          </a:bodyPr>
          <a:lstStyle/>
          <a:p>
            <a:pPr indent="0" lvl="0" marL="0" rtl="0" algn="l">
              <a:lnSpc>
                <a:spcPct val="100000"/>
              </a:lnSpc>
              <a:spcBef>
                <a:spcPts val="0"/>
              </a:spcBef>
              <a:spcAft>
                <a:spcPts val="0"/>
              </a:spcAft>
              <a:buClr>
                <a:schemeClr val="lt1"/>
              </a:buClr>
              <a:buSzPts val="3600"/>
              <a:buFont typeface="Avenir"/>
              <a:buNone/>
            </a:pPr>
            <a:r>
              <a:rPr lang="es-ES"/>
              <a:t>VISTAS</a:t>
            </a:r>
            <a:endParaRPr/>
          </a:p>
        </p:txBody>
      </p:sp>
      <p:sp>
        <p:nvSpPr>
          <p:cNvPr id="345" name="Google Shape;345;h146793eb52bdf048_0_0"/>
          <p:cNvSpPr txBox="1"/>
          <p:nvPr>
            <p:ph idx="12" type="sldNum"/>
          </p:nvPr>
        </p:nvSpPr>
        <p:spPr>
          <a:xfrm>
            <a:off x="11669678" y="6408742"/>
            <a:ext cx="438600" cy="4488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
        <p:nvSpPr>
          <p:cNvPr id="346" name="Google Shape;346;h146793eb52bdf048_0_0"/>
          <p:cNvSpPr txBox="1"/>
          <p:nvPr/>
        </p:nvSpPr>
        <p:spPr>
          <a:xfrm>
            <a:off x="158159" y="2061897"/>
            <a:ext cx="3702300" cy="45042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2000"/>
              <a:buFont typeface="Arial"/>
              <a:buNone/>
            </a:pPr>
            <a:r>
              <a:t/>
            </a:r>
            <a:endParaRPr b="0" i="0" sz="2000" u="none" cap="none" strike="noStrike">
              <a:solidFill>
                <a:schemeClr val="lt1"/>
              </a:solidFill>
              <a:latin typeface="Avenir"/>
              <a:ea typeface="Avenir"/>
              <a:cs typeface="Avenir"/>
              <a:sym typeface="Avenir"/>
            </a:endParaRPr>
          </a:p>
        </p:txBody>
      </p:sp>
      <p:sp>
        <p:nvSpPr>
          <p:cNvPr id="347" name="Google Shape;347;h146793eb52bdf048_0_0"/>
          <p:cNvSpPr txBox="1"/>
          <p:nvPr/>
        </p:nvSpPr>
        <p:spPr>
          <a:xfrm>
            <a:off x="158159" y="2682871"/>
            <a:ext cx="3702300" cy="24762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lt1"/>
              </a:buClr>
              <a:buSzPts val="2000"/>
              <a:buFont typeface="Arial"/>
              <a:buNone/>
            </a:pPr>
            <a:r>
              <a:rPr lang="es-ES" sz="2000">
                <a:solidFill>
                  <a:schemeClr val="lt1"/>
                </a:solidFill>
                <a:latin typeface="Avenir"/>
                <a:ea typeface="Avenir"/>
                <a:cs typeface="Avenir"/>
                <a:sym typeface="Avenir"/>
              </a:rPr>
              <a:t>Vista de la pagina de nuestra carta  de cafe house donde se ve el eslogan y el menu de navega</a:t>
            </a:r>
            <a:endParaRPr/>
          </a:p>
        </p:txBody>
      </p:sp>
      <p:pic>
        <p:nvPicPr>
          <p:cNvPr id="348" name="Google Shape;348;h146793eb52bdf048_0_0"/>
          <p:cNvPicPr preferRelativeResize="0"/>
          <p:nvPr/>
        </p:nvPicPr>
        <p:blipFill>
          <a:blip r:embed="rId3">
            <a:alphaModFix/>
          </a:blip>
          <a:stretch>
            <a:fillRect/>
          </a:stretch>
        </p:blipFill>
        <p:spPr>
          <a:xfrm>
            <a:off x="4479450" y="1496900"/>
            <a:ext cx="7323850" cy="32863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h146793eb52bdf048_0_23"/>
          <p:cNvSpPr txBox="1"/>
          <p:nvPr>
            <p:ph type="title"/>
          </p:nvPr>
        </p:nvSpPr>
        <p:spPr>
          <a:xfrm>
            <a:off x="239924" y="1496896"/>
            <a:ext cx="3803400" cy="621000"/>
          </a:xfrm>
          <a:prstGeom prst="rect">
            <a:avLst/>
          </a:prstGeom>
          <a:noFill/>
          <a:ln>
            <a:noFill/>
          </a:ln>
        </p:spPr>
        <p:txBody>
          <a:bodyPr anchorCtr="0" anchor="b" bIns="0" lIns="0" spcFirstLastPara="1" rIns="0" wrap="square" tIns="0">
            <a:normAutofit/>
          </a:bodyPr>
          <a:lstStyle/>
          <a:p>
            <a:pPr indent="0" lvl="0" marL="0" rtl="0" algn="l">
              <a:lnSpc>
                <a:spcPct val="100000"/>
              </a:lnSpc>
              <a:spcBef>
                <a:spcPts val="0"/>
              </a:spcBef>
              <a:spcAft>
                <a:spcPts val="0"/>
              </a:spcAft>
              <a:buClr>
                <a:schemeClr val="lt1"/>
              </a:buClr>
              <a:buSzPts val="3600"/>
              <a:buFont typeface="Avenir"/>
              <a:buNone/>
            </a:pPr>
            <a:r>
              <a:rPr lang="es-ES"/>
              <a:t>VISTAS</a:t>
            </a:r>
            <a:endParaRPr/>
          </a:p>
        </p:txBody>
      </p:sp>
      <p:sp>
        <p:nvSpPr>
          <p:cNvPr id="354" name="Google Shape;354;h146793eb52bdf048_0_23"/>
          <p:cNvSpPr txBox="1"/>
          <p:nvPr>
            <p:ph idx="12" type="sldNum"/>
          </p:nvPr>
        </p:nvSpPr>
        <p:spPr>
          <a:xfrm>
            <a:off x="11669678" y="6408742"/>
            <a:ext cx="438600" cy="4488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
        <p:nvSpPr>
          <p:cNvPr id="355" name="Google Shape;355;h146793eb52bdf048_0_23"/>
          <p:cNvSpPr txBox="1"/>
          <p:nvPr/>
        </p:nvSpPr>
        <p:spPr>
          <a:xfrm>
            <a:off x="158159" y="2061897"/>
            <a:ext cx="3702300" cy="45042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2000"/>
              <a:buFont typeface="Arial"/>
              <a:buNone/>
            </a:pPr>
            <a:r>
              <a:t/>
            </a:r>
            <a:endParaRPr b="0" i="0" sz="2000" u="none" cap="none" strike="noStrike">
              <a:solidFill>
                <a:schemeClr val="lt1"/>
              </a:solidFill>
              <a:latin typeface="Avenir"/>
              <a:ea typeface="Avenir"/>
              <a:cs typeface="Avenir"/>
              <a:sym typeface="Avenir"/>
            </a:endParaRPr>
          </a:p>
        </p:txBody>
      </p:sp>
      <p:sp>
        <p:nvSpPr>
          <p:cNvPr id="356" name="Google Shape;356;h146793eb52bdf048_0_23"/>
          <p:cNvSpPr txBox="1"/>
          <p:nvPr/>
        </p:nvSpPr>
        <p:spPr>
          <a:xfrm>
            <a:off x="158159" y="2682871"/>
            <a:ext cx="3702300" cy="24762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lt1"/>
              </a:buClr>
              <a:buSzPts val="2000"/>
              <a:buFont typeface="Arial"/>
              <a:buNone/>
            </a:pPr>
            <a:r>
              <a:rPr lang="es-ES" sz="2000">
                <a:solidFill>
                  <a:schemeClr val="lt1"/>
                </a:solidFill>
                <a:latin typeface="Avenir"/>
                <a:ea typeface="Avenir"/>
                <a:cs typeface="Avenir"/>
                <a:sym typeface="Avenir"/>
              </a:rPr>
              <a:t>Menu de tipos de cafes presentado en cards o tarjetas.</a:t>
            </a:r>
            <a:endParaRPr/>
          </a:p>
        </p:txBody>
      </p:sp>
      <p:pic>
        <p:nvPicPr>
          <p:cNvPr id="357" name="Google Shape;357;h146793eb52bdf048_0_23"/>
          <p:cNvPicPr preferRelativeResize="0"/>
          <p:nvPr/>
        </p:nvPicPr>
        <p:blipFill>
          <a:blip r:embed="rId3">
            <a:alphaModFix/>
          </a:blip>
          <a:stretch>
            <a:fillRect/>
          </a:stretch>
        </p:blipFill>
        <p:spPr>
          <a:xfrm>
            <a:off x="4370350" y="2117900"/>
            <a:ext cx="7529849" cy="27963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h146793eb52bdf048_0_33"/>
          <p:cNvSpPr txBox="1"/>
          <p:nvPr>
            <p:ph type="title"/>
          </p:nvPr>
        </p:nvSpPr>
        <p:spPr>
          <a:xfrm>
            <a:off x="239924" y="1496896"/>
            <a:ext cx="3803400" cy="621000"/>
          </a:xfrm>
          <a:prstGeom prst="rect">
            <a:avLst/>
          </a:prstGeom>
          <a:noFill/>
          <a:ln>
            <a:noFill/>
          </a:ln>
        </p:spPr>
        <p:txBody>
          <a:bodyPr anchorCtr="0" anchor="b" bIns="0" lIns="0" spcFirstLastPara="1" rIns="0" wrap="square" tIns="0">
            <a:normAutofit/>
          </a:bodyPr>
          <a:lstStyle/>
          <a:p>
            <a:pPr indent="0" lvl="0" marL="0" rtl="0" algn="l">
              <a:lnSpc>
                <a:spcPct val="100000"/>
              </a:lnSpc>
              <a:spcBef>
                <a:spcPts val="0"/>
              </a:spcBef>
              <a:spcAft>
                <a:spcPts val="0"/>
              </a:spcAft>
              <a:buClr>
                <a:schemeClr val="lt1"/>
              </a:buClr>
              <a:buSzPts val="3600"/>
              <a:buFont typeface="Avenir"/>
              <a:buNone/>
            </a:pPr>
            <a:r>
              <a:rPr lang="es-ES"/>
              <a:t>VISTAS</a:t>
            </a:r>
            <a:endParaRPr/>
          </a:p>
        </p:txBody>
      </p:sp>
      <p:sp>
        <p:nvSpPr>
          <p:cNvPr id="363" name="Google Shape;363;h146793eb52bdf048_0_33"/>
          <p:cNvSpPr txBox="1"/>
          <p:nvPr>
            <p:ph idx="12" type="sldNum"/>
          </p:nvPr>
        </p:nvSpPr>
        <p:spPr>
          <a:xfrm>
            <a:off x="11669678" y="6408742"/>
            <a:ext cx="438600" cy="4488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
        <p:nvSpPr>
          <p:cNvPr id="364" name="Google Shape;364;h146793eb52bdf048_0_33"/>
          <p:cNvSpPr txBox="1"/>
          <p:nvPr/>
        </p:nvSpPr>
        <p:spPr>
          <a:xfrm>
            <a:off x="158159" y="2061897"/>
            <a:ext cx="3702300" cy="45042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2000"/>
              <a:buFont typeface="Arial"/>
              <a:buNone/>
            </a:pPr>
            <a:r>
              <a:t/>
            </a:r>
            <a:endParaRPr b="0" i="0" sz="2000" u="none" cap="none" strike="noStrike">
              <a:solidFill>
                <a:schemeClr val="lt1"/>
              </a:solidFill>
              <a:latin typeface="Avenir"/>
              <a:ea typeface="Avenir"/>
              <a:cs typeface="Avenir"/>
              <a:sym typeface="Avenir"/>
            </a:endParaRPr>
          </a:p>
        </p:txBody>
      </p:sp>
      <p:sp>
        <p:nvSpPr>
          <p:cNvPr id="365" name="Google Shape;365;h146793eb52bdf048_0_33"/>
          <p:cNvSpPr txBox="1"/>
          <p:nvPr/>
        </p:nvSpPr>
        <p:spPr>
          <a:xfrm>
            <a:off x="158159" y="2682871"/>
            <a:ext cx="3702300" cy="24762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lt1"/>
              </a:buClr>
              <a:buSzPts val="2000"/>
              <a:buFont typeface="Arial"/>
              <a:buNone/>
            </a:pPr>
            <a:r>
              <a:rPr lang="es-ES" sz="2000">
                <a:solidFill>
                  <a:schemeClr val="lt1"/>
                </a:solidFill>
                <a:latin typeface="Avenir"/>
                <a:ea typeface="Avenir"/>
                <a:cs typeface="Avenir"/>
                <a:sym typeface="Avenir"/>
              </a:rPr>
              <a:t>Seccion de especiales</a:t>
            </a:r>
            <a:endParaRPr/>
          </a:p>
        </p:txBody>
      </p:sp>
      <p:pic>
        <p:nvPicPr>
          <p:cNvPr id="366" name="Google Shape;366;h146793eb52bdf048_0_33"/>
          <p:cNvPicPr preferRelativeResize="0"/>
          <p:nvPr/>
        </p:nvPicPr>
        <p:blipFill>
          <a:blip r:embed="rId3">
            <a:alphaModFix/>
          </a:blip>
          <a:stretch>
            <a:fillRect/>
          </a:stretch>
        </p:blipFill>
        <p:spPr>
          <a:xfrm>
            <a:off x="4043325" y="1871525"/>
            <a:ext cx="7912550" cy="2926261"/>
          </a:xfrm>
          <a:prstGeom prst="rect">
            <a:avLst/>
          </a:prstGeom>
          <a:noFill/>
          <a:ln>
            <a:noFill/>
          </a:ln>
        </p:spPr>
      </p:pic>
      <p:pic>
        <p:nvPicPr>
          <p:cNvPr id="367" name="Google Shape;367;h146793eb52bdf048_0_33"/>
          <p:cNvPicPr preferRelativeResize="0"/>
          <p:nvPr/>
        </p:nvPicPr>
        <p:blipFill>
          <a:blip r:embed="rId4">
            <a:alphaModFix/>
          </a:blip>
          <a:stretch>
            <a:fillRect/>
          </a:stretch>
        </p:blipFill>
        <p:spPr>
          <a:xfrm>
            <a:off x="4012859" y="4950186"/>
            <a:ext cx="4212507" cy="175541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h146793eb52bdf048_0_43"/>
          <p:cNvSpPr txBox="1"/>
          <p:nvPr>
            <p:ph type="title"/>
          </p:nvPr>
        </p:nvSpPr>
        <p:spPr>
          <a:xfrm>
            <a:off x="239924" y="1496896"/>
            <a:ext cx="3803400" cy="621000"/>
          </a:xfrm>
          <a:prstGeom prst="rect">
            <a:avLst/>
          </a:prstGeom>
          <a:noFill/>
          <a:ln>
            <a:noFill/>
          </a:ln>
        </p:spPr>
        <p:txBody>
          <a:bodyPr anchorCtr="0" anchor="b" bIns="0" lIns="0" spcFirstLastPara="1" rIns="0" wrap="square" tIns="0">
            <a:normAutofit/>
          </a:bodyPr>
          <a:lstStyle/>
          <a:p>
            <a:pPr indent="0" lvl="0" marL="0" rtl="0" algn="l">
              <a:lnSpc>
                <a:spcPct val="100000"/>
              </a:lnSpc>
              <a:spcBef>
                <a:spcPts val="0"/>
              </a:spcBef>
              <a:spcAft>
                <a:spcPts val="0"/>
              </a:spcAft>
              <a:buClr>
                <a:schemeClr val="lt1"/>
              </a:buClr>
              <a:buSzPts val="3600"/>
              <a:buFont typeface="Avenir"/>
              <a:buNone/>
            </a:pPr>
            <a:r>
              <a:rPr lang="es-ES"/>
              <a:t>VISTAS</a:t>
            </a:r>
            <a:endParaRPr/>
          </a:p>
        </p:txBody>
      </p:sp>
      <p:sp>
        <p:nvSpPr>
          <p:cNvPr id="373" name="Google Shape;373;h146793eb52bdf048_0_43"/>
          <p:cNvSpPr txBox="1"/>
          <p:nvPr>
            <p:ph idx="12" type="sldNum"/>
          </p:nvPr>
        </p:nvSpPr>
        <p:spPr>
          <a:xfrm>
            <a:off x="11669678" y="6408742"/>
            <a:ext cx="438600" cy="4488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
        <p:nvSpPr>
          <p:cNvPr id="374" name="Google Shape;374;h146793eb52bdf048_0_43"/>
          <p:cNvSpPr txBox="1"/>
          <p:nvPr/>
        </p:nvSpPr>
        <p:spPr>
          <a:xfrm>
            <a:off x="158159" y="2061897"/>
            <a:ext cx="3702300" cy="45042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2000"/>
              <a:buFont typeface="Arial"/>
              <a:buNone/>
            </a:pPr>
            <a:r>
              <a:t/>
            </a:r>
            <a:endParaRPr b="0" i="0" sz="2000" u="none" cap="none" strike="noStrike">
              <a:solidFill>
                <a:schemeClr val="lt1"/>
              </a:solidFill>
              <a:latin typeface="Avenir"/>
              <a:ea typeface="Avenir"/>
              <a:cs typeface="Avenir"/>
              <a:sym typeface="Avenir"/>
            </a:endParaRPr>
          </a:p>
        </p:txBody>
      </p:sp>
      <p:sp>
        <p:nvSpPr>
          <p:cNvPr id="375" name="Google Shape;375;h146793eb52bdf048_0_43"/>
          <p:cNvSpPr txBox="1"/>
          <p:nvPr/>
        </p:nvSpPr>
        <p:spPr>
          <a:xfrm>
            <a:off x="158159" y="2682871"/>
            <a:ext cx="3702300" cy="24762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lt1"/>
              </a:buClr>
              <a:buSzPts val="2000"/>
              <a:buFont typeface="Arial"/>
              <a:buNone/>
            </a:pPr>
            <a:r>
              <a:rPr lang="es-ES" sz="2000">
                <a:solidFill>
                  <a:schemeClr val="lt1"/>
                </a:solidFill>
                <a:latin typeface="Avenir"/>
                <a:ea typeface="Avenir"/>
                <a:cs typeface="Avenir"/>
                <a:sym typeface="Avenir"/>
              </a:rPr>
              <a:t>En la seccion de pedidos vemos todo lo que se pidio, pone informacion del comprador y confirmamos pedido al ver el total</a:t>
            </a:r>
            <a:endParaRPr/>
          </a:p>
        </p:txBody>
      </p:sp>
      <p:pic>
        <p:nvPicPr>
          <p:cNvPr id="376" name="Google Shape;376;h146793eb52bdf048_0_43"/>
          <p:cNvPicPr preferRelativeResize="0"/>
          <p:nvPr/>
        </p:nvPicPr>
        <p:blipFill>
          <a:blip r:embed="rId3">
            <a:alphaModFix/>
          </a:blip>
          <a:stretch>
            <a:fillRect/>
          </a:stretch>
        </p:blipFill>
        <p:spPr>
          <a:xfrm>
            <a:off x="4856449" y="1945538"/>
            <a:ext cx="7119750" cy="296691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h146793eb52bdf048_0_52"/>
          <p:cNvSpPr txBox="1"/>
          <p:nvPr>
            <p:ph type="title"/>
          </p:nvPr>
        </p:nvSpPr>
        <p:spPr>
          <a:xfrm>
            <a:off x="239924" y="1496896"/>
            <a:ext cx="3803400" cy="621000"/>
          </a:xfrm>
          <a:prstGeom prst="rect">
            <a:avLst/>
          </a:prstGeom>
          <a:noFill/>
          <a:ln>
            <a:noFill/>
          </a:ln>
        </p:spPr>
        <p:txBody>
          <a:bodyPr anchorCtr="0" anchor="b" bIns="0" lIns="0" spcFirstLastPara="1" rIns="0" wrap="square" tIns="0">
            <a:normAutofit/>
          </a:bodyPr>
          <a:lstStyle/>
          <a:p>
            <a:pPr indent="0" lvl="0" marL="0" rtl="0" algn="l">
              <a:lnSpc>
                <a:spcPct val="100000"/>
              </a:lnSpc>
              <a:spcBef>
                <a:spcPts val="0"/>
              </a:spcBef>
              <a:spcAft>
                <a:spcPts val="0"/>
              </a:spcAft>
              <a:buClr>
                <a:schemeClr val="lt1"/>
              </a:buClr>
              <a:buSzPts val="3600"/>
              <a:buFont typeface="Avenir"/>
              <a:buNone/>
            </a:pPr>
            <a:r>
              <a:rPr lang="es-ES"/>
              <a:t>VISTAS</a:t>
            </a:r>
            <a:endParaRPr/>
          </a:p>
        </p:txBody>
      </p:sp>
      <p:sp>
        <p:nvSpPr>
          <p:cNvPr id="382" name="Google Shape;382;h146793eb52bdf048_0_52"/>
          <p:cNvSpPr txBox="1"/>
          <p:nvPr>
            <p:ph idx="12" type="sldNum"/>
          </p:nvPr>
        </p:nvSpPr>
        <p:spPr>
          <a:xfrm>
            <a:off x="11669678" y="6408742"/>
            <a:ext cx="438600" cy="4488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
        <p:nvSpPr>
          <p:cNvPr id="383" name="Google Shape;383;h146793eb52bdf048_0_52"/>
          <p:cNvSpPr txBox="1"/>
          <p:nvPr/>
        </p:nvSpPr>
        <p:spPr>
          <a:xfrm>
            <a:off x="158159" y="2061897"/>
            <a:ext cx="3702300" cy="45042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2000"/>
              <a:buFont typeface="Arial"/>
              <a:buNone/>
            </a:pPr>
            <a:r>
              <a:t/>
            </a:r>
            <a:endParaRPr b="0" i="0" sz="2000" u="none" cap="none" strike="noStrike">
              <a:solidFill>
                <a:schemeClr val="lt1"/>
              </a:solidFill>
              <a:latin typeface="Avenir"/>
              <a:ea typeface="Avenir"/>
              <a:cs typeface="Avenir"/>
              <a:sym typeface="Avenir"/>
            </a:endParaRPr>
          </a:p>
        </p:txBody>
      </p:sp>
      <p:sp>
        <p:nvSpPr>
          <p:cNvPr id="384" name="Google Shape;384;h146793eb52bdf048_0_52"/>
          <p:cNvSpPr txBox="1"/>
          <p:nvPr/>
        </p:nvSpPr>
        <p:spPr>
          <a:xfrm>
            <a:off x="158159" y="2682871"/>
            <a:ext cx="3702300" cy="24762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lt1"/>
              </a:buClr>
              <a:buSzPts val="2000"/>
              <a:buFont typeface="Arial"/>
              <a:buNone/>
            </a:pPr>
            <a:r>
              <a:rPr lang="es-ES" sz="2000">
                <a:solidFill>
                  <a:schemeClr val="lt1"/>
                </a:solidFill>
                <a:latin typeface="Avenir"/>
                <a:ea typeface="Avenir"/>
                <a:cs typeface="Avenir"/>
                <a:sym typeface="Avenir"/>
              </a:rPr>
              <a:t>Confirmamos pedido donde se muestra su pedido, productos, total y numero de ticket.</a:t>
            </a:r>
            <a:endParaRPr/>
          </a:p>
        </p:txBody>
      </p:sp>
      <p:pic>
        <p:nvPicPr>
          <p:cNvPr id="385" name="Google Shape;385;h146793eb52bdf048_0_52"/>
          <p:cNvPicPr preferRelativeResize="0"/>
          <p:nvPr/>
        </p:nvPicPr>
        <p:blipFill>
          <a:blip r:embed="rId3">
            <a:alphaModFix/>
          </a:blip>
          <a:stretch>
            <a:fillRect/>
          </a:stretch>
        </p:blipFill>
        <p:spPr>
          <a:xfrm>
            <a:off x="4195724" y="152400"/>
            <a:ext cx="7843877" cy="463284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radientRiseVTI">
  <a:themeElements>
    <a:clrScheme name="GradientRise">
      <a:dk1>
        <a:srgbClr val="000000"/>
      </a:dk1>
      <a:lt1>
        <a:srgbClr val="FFFFFF"/>
      </a:lt1>
      <a:dk2>
        <a:srgbClr val="3C0F3A"/>
      </a:dk2>
      <a:lt2>
        <a:srgbClr val="F1F2F2"/>
      </a:lt2>
      <a:accent1>
        <a:srgbClr val="A6025C"/>
      </a:accent1>
      <a:accent2>
        <a:srgbClr val="92248E"/>
      </a:accent2>
      <a:accent3>
        <a:srgbClr val="DE95C4"/>
      </a:accent3>
      <a:accent4>
        <a:srgbClr val="FE4A00"/>
      </a:accent4>
      <a:accent5>
        <a:srgbClr val="DA002F"/>
      </a:accent5>
      <a:accent6>
        <a:srgbClr val="FF907A"/>
      </a:accent6>
      <a:hlink>
        <a:srgbClr val="CA71E4"/>
      </a:hlink>
      <a:folHlink>
        <a:srgbClr val="E45E4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2026-10-02T05:41:41Z</dcterms:created>
  <dc:creator>DARIO GARCIA JUAREZ</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