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6858000" cx="12192000"/>
  <p:notesSz cx="6858000" cy="9144000"/>
  <p:embeddedFontLst>
    <p:embeddedFont>
      <p:font typeface="Open Sans"/>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392">
          <p15:clr>
            <a:srgbClr val="A4A3A4"/>
          </p15:clr>
        </p15:guide>
        <p15:guide id="2" pos="7056">
          <p15:clr>
            <a:srgbClr val="A4A3A4"/>
          </p15:clr>
        </p15:guide>
        <p15:guide id="3" orient="horz" pos="3168">
          <p15:clr>
            <a:srgbClr val="A4A3A4"/>
          </p15:clr>
        </p15:guide>
      </p15:sldGuideLst>
    </p:ext>
    <p:ext uri="GoogleSlidesCustomDataVersion2">
      <go:slidesCustomData xmlns:go="http://customooxmlschemas.google.com/" r:id="rId66" roundtripDataSignature="AMtx7mgWO+Babm5iUH9IqbafO47fO1ID9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92" orient="horz"/>
        <p:guide pos="7056"/>
        <p:guide pos="3168"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OpenSans-regular.fntdata"/><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OpenSans-italic.fntdata"/><Relationship Id="rId63" Type="http://schemas.openxmlformats.org/officeDocument/2006/relationships/font" Target="fonts/OpenSans-bold.fntdata"/><Relationship Id="rId22" Type="http://schemas.openxmlformats.org/officeDocument/2006/relationships/slide" Target="slides/slide17.xml"/><Relationship Id="rId66" Type="http://customschemas.google.com/relationships/presentationmetadata" Target="metadata"/><Relationship Id="rId21" Type="http://schemas.openxmlformats.org/officeDocument/2006/relationships/slide" Target="slides/slide16.xml"/><Relationship Id="rId65" Type="http://schemas.openxmlformats.org/officeDocument/2006/relationships/font" Target="fonts/OpenSans-bold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43" name="Google Shape;14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49" name="Google Shape;14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56" name="Google Shape;1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63" name="Google Shape;16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70" name="Google Shape;17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77" name="Google Shape;17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84" name="Google Shape;18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92" name="Google Shape;19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99" name="Google Shape;19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06" name="Google Shape;20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13" name="Google Shape;21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20" name="Google Shape;22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27" name="Google Shape;22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h7d36fa142dfa4af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h7d36fa142dfa4af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34" name="Google Shape;234;h7d36fa142dfa4af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h7d36fa142dfa4af7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h7d36fa142dfa4af7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41" name="Google Shape;241;h7d36fa142dfa4af7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h7d36fa142dfa4af7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h7d36fa142dfa4af7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48" name="Google Shape;248;h7d36fa142dfa4af7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h7d36fa142dfa4af7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h7d36fa142dfa4af7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55" name="Google Shape;255;h7d36fa142dfa4af7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h7d36fa142dfa4af7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h7d36fa142dfa4af7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62" name="Google Shape;262;h7d36fa142dfa4af7_0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h7d36fa142dfa4af7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h7d36fa142dfa4af7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69" name="Google Shape;269;h7d36fa142dfa4af7_0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7d36fa142dfa4af7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h7d36fa142dfa4af7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76" name="Google Shape;276;h7d36fa142dfa4af7_0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h7d36fa142dfa4af7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h7d36fa142dfa4af7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83" name="Google Shape;283;h7d36fa142dfa4af7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7d36fa142dfa4af7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h7d36fa142dfa4af7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90" name="Google Shape;290;h7d36fa142dfa4af7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h7d36fa142dfa4af7_0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h7d36fa142dfa4af7_0_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97" name="Google Shape;297;h7d36fa142dfa4af7_0_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h7d36fa142dfa4af7_0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h7d36fa142dfa4af7_0_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04" name="Google Shape;304;h7d36fa142dfa4af7_0_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h7d36fa142dfa4af7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h7d36fa142dfa4af7_0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11" name="Google Shape;311;h7d36fa142dfa4af7_0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h7d36fa142dfa4af7_0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h7d36fa142dfa4af7_0_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18" name="Google Shape;318;h7d36fa142dfa4af7_0_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h7d36fa142dfa4af7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h7d36fa142dfa4af7_0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25" name="Google Shape;325;h7d36fa142dfa4af7_0_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h7d36fa142dfa4af7_0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h7d36fa142dfa4af7_0_1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32" name="Google Shape;332;h7d36fa142dfa4af7_0_1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h7d36fa142dfa4af7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h7d36fa142dfa4af7_0_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39" name="Google Shape;339;h7d36fa142dfa4af7_0_1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h7d36fa142dfa4af7_0_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h7d36fa142dfa4af7_0_1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46" name="Google Shape;346;h7d36fa142dfa4af7_0_1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h7d36fa142dfa4af7_0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h7d36fa142dfa4af7_0_1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53" name="Google Shape;353;h7d36fa142dfa4af7_0_1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h7d36fa142dfa4af7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h7d36fa142dfa4af7_0_1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60" name="Google Shape;360;h7d36fa142dfa4af7_0_1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h7d36fa142dfa4af7_0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h7d36fa142dfa4af7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67" name="Google Shape;367;h7d36fa142dfa4af7_0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h7d36fa142dfa4af7_0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h7d36fa142dfa4af7_0_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74" name="Google Shape;374;h7d36fa142dfa4af7_0_1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h7d36fa142dfa4af7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h7d36fa142dfa4af7_0_1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81" name="Google Shape;381;h7d36fa142dfa4af7_0_1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h7d36fa142dfa4af7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h7d36fa142dfa4af7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88" name="Google Shape;388;h7d36fa142dfa4af7_0_1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h7d36fa142dfa4af7_0_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h7d36fa142dfa4af7_0_1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95" name="Google Shape;395;h7d36fa142dfa4af7_0_1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h7d36fa142dfa4af7_0_2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h7d36fa142dfa4af7_0_2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02" name="Google Shape;402;h7d36fa142dfa4af7_0_2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h7d36fa142dfa4af7_0_2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h7d36fa142dfa4af7_0_2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09" name="Google Shape;409;h7d36fa142dfa4af7_0_2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h7d36fa142dfa4af7_0_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h7d36fa142dfa4af7_0_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16" name="Google Shape;416;h7d36fa142dfa4af7_0_2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h7d36fa142dfa4af7_0_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h7d36fa142dfa4af7_0_2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23" name="Google Shape;423;h7d36fa142dfa4af7_0_2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h7d36fa142dfa4af7_0_2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h7d36fa142dfa4af7_0_2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30" name="Google Shape;430;h7d36fa142dfa4af7_0_2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h7d36fa142dfa4af7_0_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h7d36fa142dfa4af7_0_2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38" name="Google Shape;438;h7d36fa142dfa4af7_0_2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h7d36fa142dfa4af7_0_2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h7d36fa142dfa4af7_0_2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45" name="Google Shape;445;h7d36fa142dfa4af7_0_2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h7d36fa142dfa4af7_0_2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h7d36fa142dfa4af7_0_2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52" name="Google Shape;452;h7d36fa142dfa4af7_0_2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h7d36fa142dfa4af7_0_2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h7d36fa142dfa4af7_0_2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59" name="Google Shape;459;h7d36fa142dfa4af7_0_2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h7d36fa142dfa4af7_0_2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h7d36fa142dfa4af7_0_2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66" name="Google Shape;466;h7d36fa142dfa4af7_0_2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h7d36fa142dfa4af7_0_2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h7d36fa142dfa4af7_0_2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73" name="Google Shape;473;h7d36fa142dfa4af7_0_2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h7d36fa142dfa4af7_0_2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h7d36fa142dfa4af7_0_2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80" name="Google Shape;480;h7d36fa142dfa4af7_0_2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h7d36fa142dfa4af7_0_2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h7d36fa142dfa4af7_0_2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87" name="Google Shape;487;h7d36fa142dfa4af7_0_2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h7d36fa142dfa4af7_0_2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h7d36fa142dfa4af7_0_2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94" name="Google Shape;494;h7d36fa142dfa4af7_0_2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h7d36fa142dfa4af7_0_3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h7d36fa142dfa4af7_0_3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01" name="Google Shape;501;h7d36fa142dfa4af7_0_3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h7d36fa142dfa4af7_0_3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h7d36fa142dfa4af7_0_3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09" name="Google Shape;509;h7d36fa142dfa4af7_0_3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h7d36fa142dfa4af7_0_3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h7d36fa142dfa4af7_0_3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16" name="Google Shape;516;h7d36fa142dfa4af7_0_3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h7d36fa142dfa4af7_0_3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h7d36fa142dfa4af7_0_3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23" name="Google Shape;523;h7d36fa142dfa4af7_0_3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h7d36fa142dfa4af7_0_3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h7d36fa142dfa4af7_0_3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30" name="Google Shape;530;h7d36fa142dfa4af7_0_3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solo título">
  <p:cSld name="Diapositiva de solo título">
    <p:bg>
      <p:bgPr>
        <a:gradFill>
          <a:gsLst>
            <a:gs pos="0">
              <a:schemeClr val="accent2"/>
            </a:gs>
            <a:gs pos="100000">
              <a:schemeClr val="accent4"/>
            </a:gs>
          </a:gsLst>
          <a:lin ang="2700000" scaled="0"/>
        </a:gradFill>
      </p:bgPr>
    </p:bg>
    <p:spTree>
      <p:nvGrpSpPr>
        <p:cNvPr id="15" name="Shape 15"/>
        <p:cNvGrpSpPr/>
        <p:nvPr/>
      </p:nvGrpSpPr>
      <p:grpSpPr>
        <a:xfrm>
          <a:off x="0" y="0"/>
          <a:ext cx="0" cy="0"/>
          <a:chOff x="0" y="0"/>
          <a:chExt cx="0" cy="0"/>
        </a:xfrm>
      </p:grpSpPr>
      <p:sp>
        <p:nvSpPr>
          <p:cNvPr id="16" name="Google Shape;16;p15"/>
          <p:cNvSpPr txBox="1"/>
          <p:nvPr>
            <p:ph type="ctrTitle"/>
          </p:nvPr>
        </p:nvSpPr>
        <p:spPr>
          <a:xfrm>
            <a:off x="1280159" y="357809"/>
            <a:ext cx="7983110" cy="308033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5400"/>
              <a:buFont typeface="Open Sans"/>
              <a:buNone/>
              <a:defRPr b="1" i="0" spc="0" sz="5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7" name="Google Shape;17;p15"/>
          <p:cNvCxnSpPr/>
          <p:nvPr/>
        </p:nvCxnSpPr>
        <p:spPr>
          <a:xfrm>
            <a:off x="1280160" y="3496322"/>
            <a:ext cx="0" cy="3352800"/>
          </a:xfrm>
          <a:prstGeom prst="straightConnector1">
            <a:avLst/>
          </a:prstGeom>
          <a:noFill/>
          <a:ln cap="sq" cmpd="sng" w="25400">
            <a:solidFill>
              <a:schemeClr val="lt1"/>
            </a:solidFill>
            <a:prstDash val="solid"/>
            <a:bevel/>
            <a:headEnd len="sm" w="sm" type="none"/>
            <a:tailEnd len="sm" w="sm" type="none"/>
          </a:ln>
        </p:spPr>
      </p:cxnSp>
      <p:grpSp>
        <p:nvGrpSpPr>
          <p:cNvPr id="18" name="Google Shape;18;p15"/>
          <p:cNvGrpSpPr/>
          <p:nvPr/>
        </p:nvGrpSpPr>
        <p:grpSpPr>
          <a:xfrm>
            <a:off x="8161510" y="2744546"/>
            <a:ext cx="465456" cy="581432"/>
            <a:chOff x="7843462" y="2744546"/>
            <a:chExt cx="465456" cy="581432"/>
          </a:xfrm>
        </p:grpSpPr>
        <p:sp>
          <p:nvSpPr>
            <p:cNvPr id="19" name="Google Shape;19;p15"/>
            <p:cNvSpPr/>
            <p:nvPr/>
          </p:nvSpPr>
          <p:spPr>
            <a:xfrm>
              <a:off x="8217780" y="2973840"/>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20" name="Google Shape;20;p15"/>
            <p:cNvSpPr/>
            <p:nvPr/>
          </p:nvSpPr>
          <p:spPr>
            <a:xfrm>
              <a:off x="7859002" y="2744546"/>
              <a:ext cx="139038" cy="139038"/>
            </a:xfrm>
            <a:custGeom>
              <a:rect b="b" l="l" r="r" t="t"/>
              <a:pathLst>
                <a:path extrusionOk="0" h="139038" w="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21" name="Google Shape;21;p15"/>
            <p:cNvSpPr/>
            <p:nvPr/>
          </p:nvSpPr>
          <p:spPr>
            <a:xfrm>
              <a:off x="7843462" y="3198265"/>
              <a:ext cx="127713" cy="127713"/>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imagen">
  <p:cSld name="Título e imagen">
    <p:bg>
      <p:bgPr>
        <a:gradFill>
          <a:gsLst>
            <a:gs pos="0">
              <a:schemeClr val="accent2"/>
            </a:gs>
            <a:gs pos="100000">
              <a:schemeClr val="accent4"/>
            </a:gs>
          </a:gsLst>
          <a:lin ang="8100000" scaled="0"/>
        </a:gradFill>
      </p:bgPr>
    </p:bg>
    <p:spTree>
      <p:nvGrpSpPr>
        <p:cNvPr id="22" name="Shape 22"/>
        <p:cNvGrpSpPr/>
        <p:nvPr/>
      </p:nvGrpSpPr>
      <p:grpSpPr>
        <a:xfrm>
          <a:off x="0" y="0"/>
          <a:ext cx="0" cy="0"/>
          <a:chOff x="0" y="0"/>
          <a:chExt cx="0" cy="0"/>
        </a:xfrm>
      </p:grpSpPr>
      <p:sp>
        <p:nvSpPr>
          <p:cNvPr id="23" name="Google Shape;23;p16"/>
          <p:cNvSpPr txBox="1"/>
          <p:nvPr>
            <p:ph type="title"/>
          </p:nvPr>
        </p:nvSpPr>
        <p:spPr>
          <a:xfrm>
            <a:off x="5116544" y="614202"/>
            <a:ext cx="5918072" cy="2276856"/>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Clr>
                <a:schemeClr val="lt1"/>
              </a:buClr>
              <a:buSzPts val="4000"/>
              <a:buFont typeface="Open Sans"/>
              <a:buNone/>
              <a:defRPr b="1" spc="0" sz="40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6"/>
          <p:cNvSpPr txBox="1"/>
          <p:nvPr>
            <p:ph idx="12" type="sldNum"/>
          </p:nvPr>
        </p:nvSpPr>
        <p:spPr>
          <a:xfrm>
            <a:off x="486121" y="726630"/>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lt1"/>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lt1"/>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lt1"/>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lt1"/>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lt1"/>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lt1"/>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lt1"/>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lt1"/>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lt1"/>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
        <p:nvSpPr>
          <p:cNvPr id="25" name="Google Shape;25;p16"/>
          <p:cNvSpPr/>
          <p:nvPr>
            <p:ph idx="2" type="pic"/>
          </p:nvPr>
        </p:nvSpPr>
        <p:spPr>
          <a:xfrm>
            <a:off x="1280160" y="2530058"/>
            <a:ext cx="3707972" cy="3707971"/>
          </a:xfrm>
          <a:prstGeom prst="rect">
            <a:avLst/>
          </a:prstGeom>
          <a:noFill/>
          <a:ln>
            <a:noFill/>
          </a:ln>
        </p:spPr>
      </p:sp>
      <p:sp>
        <p:nvSpPr>
          <p:cNvPr id="26" name="Google Shape;26;p16"/>
          <p:cNvSpPr txBox="1"/>
          <p:nvPr>
            <p:ph idx="1" type="body"/>
          </p:nvPr>
        </p:nvSpPr>
        <p:spPr>
          <a:xfrm>
            <a:off x="5116548" y="3161752"/>
            <a:ext cx="5918068" cy="3144965"/>
          </a:xfrm>
          <a:prstGeom prst="rect">
            <a:avLst/>
          </a:prstGeom>
          <a:noFill/>
          <a:ln>
            <a:noFill/>
          </a:ln>
        </p:spPr>
        <p:txBody>
          <a:bodyPr anchorCtr="0" anchor="t" bIns="0" lIns="0" spcFirstLastPara="1" rIns="0" wrap="square" tIns="0">
            <a:normAutofit/>
          </a:bodyPr>
          <a:lstStyle>
            <a:lvl1pPr indent="-228600" lvl="0" marL="457200" algn="r">
              <a:lnSpc>
                <a:spcPct val="90000"/>
              </a:lnSpc>
              <a:spcBef>
                <a:spcPts val="1200"/>
              </a:spcBef>
              <a:spcAft>
                <a:spcPts val="0"/>
              </a:spcAft>
              <a:buClr>
                <a:schemeClr val="lt1"/>
              </a:buClr>
              <a:buSzPts val="2400"/>
              <a:buNone/>
              <a:defRPr sz="2400">
                <a:solidFill>
                  <a:schemeClr val="lt1"/>
                </a:solidFill>
              </a:defRPr>
            </a:lvl1pPr>
            <a:lvl2pPr indent="-228600" lvl="1" marL="914400" algn="r">
              <a:lnSpc>
                <a:spcPct val="90000"/>
              </a:lnSpc>
              <a:spcBef>
                <a:spcPts val="1200"/>
              </a:spcBef>
              <a:spcAft>
                <a:spcPts val="0"/>
              </a:spcAft>
              <a:buClr>
                <a:schemeClr val="lt1"/>
              </a:buClr>
              <a:buSzPts val="2400"/>
              <a:buNone/>
              <a:defRPr sz="2400">
                <a:solidFill>
                  <a:schemeClr val="lt1"/>
                </a:solidFill>
              </a:defRPr>
            </a:lvl2pPr>
            <a:lvl3pPr indent="-228600" lvl="2" marL="1371600" algn="r">
              <a:lnSpc>
                <a:spcPct val="90000"/>
              </a:lnSpc>
              <a:spcBef>
                <a:spcPts val="1200"/>
              </a:spcBef>
              <a:spcAft>
                <a:spcPts val="0"/>
              </a:spcAft>
              <a:buClr>
                <a:schemeClr val="lt1"/>
              </a:buClr>
              <a:buSzPts val="2400"/>
              <a:buNone/>
              <a:defRPr sz="2400">
                <a:solidFill>
                  <a:schemeClr val="lt1"/>
                </a:solidFill>
              </a:defRPr>
            </a:lvl3pPr>
            <a:lvl4pPr indent="-228600" lvl="3" marL="1828800" algn="r">
              <a:lnSpc>
                <a:spcPct val="90000"/>
              </a:lnSpc>
              <a:spcBef>
                <a:spcPts val="1200"/>
              </a:spcBef>
              <a:spcAft>
                <a:spcPts val="0"/>
              </a:spcAft>
              <a:buClr>
                <a:schemeClr val="lt1"/>
              </a:buClr>
              <a:buSzPts val="2400"/>
              <a:buNone/>
              <a:defRPr sz="2400">
                <a:solidFill>
                  <a:schemeClr val="lt1"/>
                </a:solidFill>
              </a:defRPr>
            </a:lvl4pPr>
            <a:lvl5pPr indent="-228600" lvl="4" marL="2286000" algn="r">
              <a:lnSpc>
                <a:spcPct val="90000"/>
              </a:lnSpc>
              <a:spcBef>
                <a:spcPts val="500"/>
              </a:spcBef>
              <a:spcAft>
                <a:spcPts val="0"/>
              </a:spcAft>
              <a:buClr>
                <a:schemeClr val="lt1"/>
              </a:buClr>
              <a:buSzPts val="1800"/>
              <a:buNone/>
              <a:defRPr sz="18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7" name="Google Shape;27;p16"/>
          <p:cNvCxnSpPr/>
          <p:nvPr/>
        </p:nvCxnSpPr>
        <p:spPr>
          <a:xfrm>
            <a:off x="740664" y="1371600"/>
            <a:ext cx="0" cy="5486400"/>
          </a:xfrm>
          <a:prstGeom prst="straightConnector1">
            <a:avLst/>
          </a:prstGeom>
          <a:noFill/>
          <a:ln cap="sq" cmpd="sng" w="25400">
            <a:solidFill>
              <a:schemeClr val="lt1"/>
            </a:solidFill>
            <a:prstDash val="solid"/>
            <a:bevel/>
            <a:headEnd len="sm" w="sm" type="none"/>
            <a:tailEnd len="sm" w="sm" type="none"/>
          </a:ln>
        </p:spPr>
      </p:cxnSp>
      <p:sp>
        <p:nvSpPr>
          <p:cNvPr id="28" name="Google Shape;28;p16"/>
          <p:cNvSpPr/>
          <p:nvPr/>
        </p:nvSpPr>
        <p:spPr>
          <a:xfrm>
            <a:off x="4745394" y="2760277"/>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29" name="Google Shape;29;p16"/>
          <p:cNvSpPr/>
          <p:nvPr/>
        </p:nvSpPr>
        <p:spPr>
          <a:xfrm>
            <a:off x="4386614" y="2530982"/>
            <a:ext cx="139039" cy="139039"/>
          </a:xfrm>
          <a:custGeom>
            <a:rect b="b" l="l" r="r" t="t"/>
            <a:pathLst>
              <a:path extrusionOk="0" h="139039" w="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30" name="Google Shape;30;p16"/>
          <p:cNvSpPr/>
          <p:nvPr/>
        </p:nvSpPr>
        <p:spPr>
          <a:xfrm>
            <a:off x="1652402" y="6031572"/>
            <a:ext cx="127714" cy="127714"/>
          </a:xfrm>
          <a:custGeom>
            <a:rect b="b" l="l" r="r" t="t"/>
            <a:pathLst>
              <a:path extrusionOk="0" h="127714" w="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31" name="Google Shape;31;p16"/>
          <p:cNvSpPr txBox="1"/>
          <p:nvPr>
            <p:ph idx="11" type="ftr"/>
          </p:nvPr>
        </p:nvSpPr>
        <p:spPr>
          <a:xfrm>
            <a:off x="7238999" y="6356350"/>
            <a:ext cx="3795615" cy="365125"/>
          </a:xfrm>
          <a:prstGeom prst="rect">
            <a:avLst/>
          </a:prstGeom>
          <a:noFill/>
          <a:ln>
            <a:noFill/>
          </a:ln>
        </p:spPr>
        <p:txBody>
          <a:bodyPr anchorCtr="0" anchor="ctr" bIns="45700" lIns="91425" spcFirstLastPara="1" rIns="0"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2">
  <p:cSld name="Comparación 2">
    <p:spTree>
      <p:nvGrpSpPr>
        <p:cNvPr id="32" name="Shape 32"/>
        <p:cNvGrpSpPr/>
        <p:nvPr/>
      </p:nvGrpSpPr>
      <p:grpSpPr>
        <a:xfrm>
          <a:off x="0" y="0"/>
          <a:ext cx="0" cy="0"/>
          <a:chOff x="0" y="0"/>
          <a:chExt cx="0" cy="0"/>
        </a:xfrm>
      </p:grpSpPr>
      <p:sp>
        <p:nvSpPr>
          <p:cNvPr id="33" name="Google Shape;33;p17"/>
          <p:cNvSpPr/>
          <p:nvPr/>
        </p:nvSpPr>
        <p:spPr>
          <a:xfrm>
            <a:off x="6412992" y="0"/>
            <a:ext cx="5779008" cy="6858000"/>
          </a:xfrm>
          <a:prstGeom prst="rect">
            <a:avLst/>
          </a:prstGeom>
          <a:gradFill>
            <a:gsLst>
              <a:gs pos="0">
                <a:schemeClr val="accent2"/>
              </a:gs>
              <a:gs pos="100000">
                <a:schemeClr val="accent4"/>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34" name="Google Shape;34;p17"/>
          <p:cNvSpPr txBox="1"/>
          <p:nvPr>
            <p:ph type="title"/>
          </p:nvPr>
        </p:nvSpPr>
        <p:spPr>
          <a:xfrm>
            <a:off x="6915572" y="685800"/>
            <a:ext cx="4754880" cy="567055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000"/>
              <a:buFont typeface="Open Sans"/>
              <a:buNone/>
              <a:defRPr b="1" spc="0" sz="40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2" type="sldNum"/>
          </p:nvPr>
        </p:nvSpPr>
        <p:spPr>
          <a:xfrm>
            <a:off x="486121" y="726630"/>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
        <p:nvSpPr>
          <p:cNvPr id="36" name="Google Shape;36;p17"/>
          <p:cNvSpPr txBox="1"/>
          <p:nvPr>
            <p:ph idx="1" type="body"/>
          </p:nvPr>
        </p:nvSpPr>
        <p:spPr>
          <a:xfrm>
            <a:off x="1279526" y="1533524"/>
            <a:ext cx="4663440" cy="1895475"/>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Font typeface="Open Sans"/>
              <a:buAutoNum type="arabicPeriod"/>
              <a:defRPr sz="1800"/>
            </a:lvl1pPr>
            <a:lvl2pPr indent="-342900" lvl="1" marL="914400" algn="l">
              <a:lnSpc>
                <a:spcPct val="90000"/>
              </a:lnSpc>
              <a:spcBef>
                <a:spcPts val="1200"/>
              </a:spcBef>
              <a:spcAft>
                <a:spcPts val="0"/>
              </a:spcAft>
              <a:buClr>
                <a:schemeClr val="dk1"/>
              </a:buClr>
              <a:buSzPts val="1800"/>
              <a:buFont typeface="Open Sans"/>
              <a:buAutoNum type="alphaLcPeriod"/>
              <a:defRPr sz="1800"/>
            </a:lvl2pPr>
            <a:lvl3pPr indent="-342900" lvl="2" marL="1371600" algn="l">
              <a:lnSpc>
                <a:spcPct val="90000"/>
              </a:lnSpc>
              <a:spcBef>
                <a:spcPts val="1200"/>
              </a:spcBef>
              <a:spcAft>
                <a:spcPts val="0"/>
              </a:spcAft>
              <a:buClr>
                <a:schemeClr val="dk1"/>
              </a:buClr>
              <a:buSzPts val="1800"/>
              <a:buFont typeface="Open Sans"/>
              <a:buAutoNum type="arabicParenR"/>
              <a:defRPr sz="1800"/>
            </a:lvl3pPr>
            <a:lvl4pPr indent="-342900" lvl="3" marL="1828800" algn="l">
              <a:lnSpc>
                <a:spcPct val="90000"/>
              </a:lnSpc>
              <a:spcBef>
                <a:spcPts val="1200"/>
              </a:spcBef>
              <a:spcAft>
                <a:spcPts val="0"/>
              </a:spcAft>
              <a:buClr>
                <a:schemeClr val="dk1"/>
              </a:buClr>
              <a:buSzPts val="1800"/>
              <a:buFont typeface="Open Sans"/>
              <a:buAutoNum type="alphaLcParenR"/>
              <a:defRPr sz="1800"/>
            </a:lvl4pPr>
            <a:lvl5pPr indent="-342900" lvl="4" marL="2286000" algn="l">
              <a:lnSpc>
                <a:spcPct val="90000"/>
              </a:lnSpc>
              <a:spcBef>
                <a:spcPts val="1200"/>
              </a:spcBef>
              <a:spcAft>
                <a:spcPts val="0"/>
              </a:spcAft>
              <a:buClr>
                <a:schemeClr val="dk1"/>
              </a:buClr>
              <a:buSzPts val="1800"/>
              <a:buFont typeface="Open Sans"/>
              <a:buAutoNum type="romanLcPeriod"/>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7"/>
          <p:cNvSpPr txBox="1"/>
          <p:nvPr>
            <p:ph idx="2" type="body"/>
          </p:nvPr>
        </p:nvSpPr>
        <p:spPr>
          <a:xfrm>
            <a:off x="1280160" y="3482974"/>
            <a:ext cx="4663440" cy="1190033"/>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200"/>
              </a:spcBef>
              <a:spcAft>
                <a:spcPts val="0"/>
              </a:spcAft>
              <a:buClr>
                <a:schemeClr val="dk1"/>
              </a:buClr>
              <a:buSzPts val="1800"/>
              <a:buNone/>
              <a:defRPr sz="1800"/>
            </a:lvl1pPr>
            <a:lvl2pPr indent="-228600" lvl="1" marL="914400" algn="l">
              <a:lnSpc>
                <a:spcPct val="90000"/>
              </a:lnSpc>
              <a:spcBef>
                <a:spcPts val="1200"/>
              </a:spcBef>
              <a:spcAft>
                <a:spcPts val="0"/>
              </a:spcAft>
              <a:buClr>
                <a:schemeClr val="dk1"/>
              </a:buClr>
              <a:buSzPts val="1600"/>
              <a:buNone/>
              <a:defRPr sz="1600"/>
            </a:lvl2pPr>
            <a:lvl3pPr indent="-228600" lvl="2" marL="1371600" algn="l">
              <a:lnSpc>
                <a:spcPct val="90000"/>
              </a:lnSpc>
              <a:spcBef>
                <a:spcPts val="1200"/>
              </a:spcBef>
              <a:spcAft>
                <a:spcPts val="0"/>
              </a:spcAft>
              <a:buClr>
                <a:schemeClr val="dk1"/>
              </a:buClr>
              <a:buSzPts val="1400"/>
              <a:buNone/>
              <a:defRPr sz="1400"/>
            </a:lvl3pPr>
            <a:lvl4pPr indent="-228600" lvl="3" marL="1828800" algn="l">
              <a:lnSpc>
                <a:spcPct val="90000"/>
              </a:lnSpc>
              <a:spcBef>
                <a:spcPts val="1200"/>
              </a:spcBef>
              <a:spcAft>
                <a:spcPts val="0"/>
              </a:spcAft>
              <a:buClr>
                <a:schemeClr val="dk1"/>
              </a:buClr>
              <a:buSzPts val="1200"/>
              <a:buNone/>
              <a:defRPr sz="1200"/>
            </a:lvl4pPr>
            <a:lvl5pPr indent="-228600" lvl="4" marL="2286000" algn="l">
              <a:lnSpc>
                <a:spcPct val="90000"/>
              </a:lnSpc>
              <a:spcBef>
                <a:spcPts val="1200"/>
              </a:spcBef>
              <a:spcAft>
                <a:spcPts val="0"/>
              </a:spcAft>
              <a:buClr>
                <a:schemeClr val="dk1"/>
              </a:buClr>
              <a:buSzPts val="1200"/>
              <a:buNone/>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7"/>
          <p:cNvSpPr txBox="1"/>
          <p:nvPr>
            <p:ph idx="3" type="body"/>
          </p:nvPr>
        </p:nvSpPr>
        <p:spPr>
          <a:xfrm>
            <a:off x="1280160" y="4692058"/>
            <a:ext cx="4663440" cy="1584918"/>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200"/>
              </a:spcBef>
              <a:spcAft>
                <a:spcPts val="0"/>
              </a:spcAft>
              <a:buClr>
                <a:schemeClr val="dk1"/>
              </a:buClr>
              <a:buSzPts val="1800"/>
              <a:buChar char="•"/>
              <a:defRPr sz="1800"/>
            </a:lvl1pPr>
            <a:lvl2pPr indent="-330200" lvl="1" marL="914400" algn="l">
              <a:lnSpc>
                <a:spcPct val="90000"/>
              </a:lnSpc>
              <a:spcBef>
                <a:spcPts val="1200"/>
              </a:spcBef>
              <a:spcAft>
                <a:spcPts val="0"/>
              </a:spcAft>
              <a:buClr>
                <a:schemeClr val="dk1"/>
              </a:buClr>
              <a:buSzPts val="1600"/>
              <a:buChar char="•"/>
              <a:defRPr sz="1600"/>
            </a:lvl2pPr>
            <a:lvl3pPr indent="-317500" lvl="2" marL="1371600" algn="l">
              <a:lnSpc>
                <a:spcPct val="90000"/>
              </a:lnSpc>
              <a:spcBef>
                <a:spcPts val="1200"/>
              </a:spcBef>
              <a:spcAft>
                <a:spcPts val="0"/>
              </a:spcAft>
              <a:buClr>
                <a:schemeClr val="dk1"/>
              </a:buClr>
              <a:buSzPts val="1400"/>
              <a:buChar char="•"/>
              <a:defRPr sz="1400"/>
            </a:lvl3pPr>
            <a:lvl4pPr indent="-304800" lvl="3" marL="1828800" algn="l">
              <a:lnSpc>
                <a:spcPct val="90000"/>
              </a:lnSpc>
              <a:spcBef>
                <a:spcPts val="1200"/>
              </a:spcBef>
              <a:spcAft>
                <a:spcPts val="0"/>
              </a:spcAft>
              <a:buClr>
                <a:schemeClr val="dk1"/>
              </a:buClr>
              <a:buSzPts val="1200"/>
              <a:buChar char="•"/>
              <a:defRPr sz="1200"/>
            </a:lvl4pPr>
            <a:lvl5pPr indent="-304800" lvl="4" marL="2286000" algn="l">
              <a:lnSpc>
                <a:spcPct val="90000"/>
              </a:lnSpc>
              <a:spcBef>
                <a:spcPts val="12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17"/>
          <p:cNvSpPr txBox="1"/>
          <p:nvPr>
            <p:ph idx="11" type="ftr"/>
          </p:nvPr>
        </p:nvSpPr>
        <p:spPr>
          <a:xfrm>
            <a:off x="1280160" y="6356350"/>
            <a:ext cx="4114800" cy="365125"/>
          </a:xfrm>
          <a:prstGeom prst="rect">
            <a:avLst/>
          </a:prstGeom>
          <a:noFill/>
          <a:ln>
            <a:noFill/>
          </a:ln>
        </p:spPr>
        <p:txBody>
          <a:bodyPr anchorCtr="0" anchor="ctr" bIns="45700" lIns="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40" name="Google Shape;40;p17"/>
          <p:cNvCxnSpPr/>
          <p:nvPr/>
        </p:nvCxnSpPr>
        <p:spPr>
          <a:xfrm>
            <a:off x="740664" y="1371600"/>
            <a:ext cx="0" cy="5486400"/>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 Imagen">
  <p:cSld name="Título + Imagen">
    <p:bg>
      <p:bgPr>
        <a:gradFill>
          <a:gsLst>
            <a:gs pos="0">
              <a:schemeClr val="accent2"/>
            </a:gs>
            <a:gs pos="100000">
              <a:schemeClr val="accent4"/>
            </a:gs>
          </a:gsLst>
          <a:lin ang="18900000" scaled="0"/>
        </a:gradFill>
      </p:bgPr>
    </p:bg>
    <p:spTree>
      <p:nvGrpSpPr>
        <p:cNvPr id="41" name="Shape 41"/>
        <p:cNvGrpSpPr/>
        <p:nvPr/>
      </p:nvGrpSpPr>
      <p:grpSpPr>
        <a:xfrm>
          <a:off x="0" y="0"/>
          <a:ext cx="0" cy="0"/>
          <a:chOff x="0" y="0"/>
          <a:chExt cx="0" cy="0"/>
        </a:xfrm>
      </p:grpSpPr>
      <p:sp>
        <p:nvSpPr>
          <p:cNvPr id="42" name="Google Shape;42;p18"/>
          <p:cNvSpPr txBox="1"/>
          <p:nvPr>
            <p:ph type="ctrTitle"/>
          </p:nvPr>
        </p:nvSpPr>
        <p:spPr>
          <a:xfrm>
            <a:off x="1280159" y="3386775"/>
            <a:ext cx="8311102" cy="3080335"/>
          </a:xfrm>
          <a:prstGeom prst="rect">
            <a:avLst/>
          </a:prstGeom>
          <a:noFill/>
          <a:ln>
            <a:noFill/>
          </a:ln>
        </p:spPr>
        <p:txBody>
          <a:bodyPr anchorCtr="0" anchor="t" bIns="0" lIns="0" spcFirstLastPara="1" rIns="0" wrap="square" tIns="274300">
            <a:noAutofit/>
          </a:bodyPr>
          <a:lstStyle>
            <a:lvl1pPr lvl="0" algn="l">
              <a:lnSpc>
                <a:spcPct val="100000"/>
              </a:lnSpc>
              <a:spcBef>
                <a:spcPts val="0"/>
              </a:spcBef>
              <a:spcAft>
                <a:spcPts val="0"/>
              </a:spcAft>
              <a:buClr>
                <a:schemeClr val="lt1"/>
              </a:buClr>
              <a:buSzPts val="5400"/>
              <a:buFont typeface="Open Sans"/>
              <a:buNone/>
              <a:defRPr b="1" i="0" spc="0" sz="5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43" name="Google Shape;43;p18"/>
          <p:cNvCxnSpPr/>
          <p:nvPr/>
        </p:nvCxnSpPr>
        <p:spPr>
          <a:xfrm>
            <a:off x="1280160" y="0"/>
            <a:ext cx="0" cy="3352800"/>
          </a:xfrm>
          <a:prstGeom prst="straightConnector1">
            <a:avLst/>
          </a:prstGeom>
          <a:noFill/>
          <a:ln cap="sq" cmpd="sng" w="25400">
            <a:solidFill>
              <a:schemeClr val="lt1"/>
            </a:solidFill>
            <a:prstDash val="solid"/>
            <a:bevel/>
            <a:headEnd len="sm" w="sm" type="none"/>
            <a:tailEnd len="sm" w="sm" type="none"/>
          </a:ln>
        </p:spPr>
      </p:cxnSp>
      <p:grpSp>
        <p:nvGrpSpPr>
          <p:cNvPr id="44" name="Google Shape;44;p18"/>
          <p:cNvGrpSpPr/>
          <p:nvPr/>
        </p:nvGrpSpPr>
        <p:grpSpPr>
          <a:xfrm rot="-1929565">
            <a:off x="7632743" y="794953"/>
            <a:ext cx="465456" cy="581432"/>
            <a:chOff x="7843462" y="2744546"/>
            <a:chExt cx="465456" cy="581432"/>
          </a:xfrm>
        </p:grpSpPr>
        <p:sp>
          <p:nvSpPr>
            <p:cNvPr id="45" name="Google Shape;45;p18"/>
            <p:cNvSpPr/>
            <p:nvPr/>
          </p:nvSpPr>
          <p:spPr>
            <a:xfrm>
              <a:off x="8217780" y="2973840"/>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46" name="Google Shape;46;p18"/>
            <p:cNvSpPr/>
            <p:nvPr/>
          </p:nvSpPr>
          <p:spPr>
            <a:xfrm>
              <a:off x="7859002" y="2744546"/>
              <a:ext cx="139038" cy="139038"/>
            </a:xfrm>
            <a:custGeom>
              <a:rect b="b" l="l" r="r" t="t"/>
              <a:pathLst>
                <a:path extrusionOk="0" h="139038" w="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47" name="Google Shape;47;p18"/>
            <p:cNvSpPr/>
            <p:nvPr/>
          </p:nvSpPr>
          <p:spPr>
            <a:xfrm>
              <a:off x="7843462" y="3198265"/>
              <a:ext cx="127713" cy="127713"/>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grpSp>
      <p:sp>
        <p:nvSpPr>
          <p:cNvPr id="48" name="Google Shape;48;p18"/>
          <p:cNvSpPr/>
          <p:nvPr>
            <p:ph idx="2" type="pic"/>
          </p:nvPr>
        </p:nvSpPr>
        <p:spPr>
          <a:xfrm>
            <a:off x="8197587" y="411831"/>
            <a:ext cx="3521337" cy="3521344"/>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 Subtítulo + Imagen">
  <p:cSld name="Título + Subtítulo + Imagen">
    <p:bg>
      <p:bgPr>
        <a:gradFill>
          <a:gsLst>
            <a:gs pos="0">
              <a:schemeClr val="accent2"/>
            </a:gs>
            <a:gs pos="100000">
              <a:schemeClr val="accent4"/>
            </a:gs>
          </a:gsLst>
          <a:lin ang="2700000" scaled="0"/>
        </a:gradFill>
      </p:bgPr>
    </p:bg>
    <p:spTree>
      <p:nvGrpSpPr>
        <p:cNvPr id="49" name="Shape 49"/>
        <p:cNvGrpSpPr/>
        <p:nvPr/>
      </p:nvGrpSpPr>
      <p:grpSpPr>
        <a:xfrm>
          <a:off x="0" y="0"/>
          <a:ext cx="0" cy="0"/>
          <a:chOff x="0" y="0"/>
          <a:chExt cx="0" cy="0"/>
        </a:xfrm>
      </p:grpSpPr>
      <p:sp>
        <p:nvSpPr>
          <p:cNvPr id="50" name="Google Shape;50;p19"/>
          <p:cNvSpPr txBox="1"/>
          <p:nvPr>
            <p:ph type="ctrTitle"/>
          </p:nvPr>
        </p:nvSpPr>
        <p:spPr>
          <a:xfrm>
            <a:off x="1280159" y="640080"/>
            <a:ext cx="10302240" cy="185204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5400"/>
              <a:buFont typeface="Open Sans"/>
              <a:buNone/>
              <a:defRPr b="1" i="0" spc="0" sz="5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9"/>
          <p:cNvSpPr txBox="1"/>
          <p:nvPr>
            <p:ph idx="1" type="subTitle"/>
          </p:nvPr>
        </p:nvSpPr>
        <p:spPr>
          <a:xfrm>
            <a:off x="1280158" y="2588447"/>
            <a:ext cx="7853678" cy="726645"/>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52" name="Google Shape;52;p19"/>
          <p:cNvCxnSpPr/>
          <p:nvPr/>
        </p:nvCxnSpPr>
        <p:spPr>
          <a:xfrm>
            <a:off x="1280160" y="3496322"/>
            <a:ext cx="0" cy="3352800"/>
          </a:xfrm>
          <a:prstGeom prst="straightConnector1">
            <a:avLst/>
          </a:prstGeom>
          <a:noFill/>
          <a:ln cap="sq" cmpd="sng" w="25400">
            <a:solidFill>
              <a:schemeClr val="lt1"/>
            </a:solidFill>
            <a:prstDash val="solid"/>
            <a:bevel/>
            <a:headEnd len="sm" w="sm" type="none"/>
            <a:tailEnd len="sm" w="sm" type="none"/>
          </a:ln>
        </p:spPr>
      </p:cxnSp>
      <p:grpSp>
        <p:nvGrpSpPr>
          <p:cNvPr id="53" name="Google Shape;53;p19"/>
          <p:cNvGrpSpPr/>
          <p:nvPr/>
        </p:nvGrpSpPr>
        <p:grpSpPr>
          <a:xfrm flipH="1">
            <a:off x="7659974" y="4456458"/>
            <a:ext cx="465456" cy="581432"/>
            <a:chOff x="7843462" y="2744546"/>
            <a:chExt cx="465456" cy="581432"/>
          </a:xfrm>
        </p:grpSpPr>
        <p:sp>
          <p:nvSpPr>
            <p:cNvPr id="54" name="Google Shape;54;p19"/>
            <p:cNvSpPr/>
            <p:nvPr/>
          </p:nvSpPr>
          <p:spPr>
            <a:xfrm>
              <a:off x="8217780" y="2973840"/>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55" name="Google Shape;55;p19"/>
            <p:cNvSpPr/>
            <p:nvPr/>
          </p:nvSpPr>
          <p:spPr>
            <a:xfrm>
              <a:off x="7859002" y="2744546"/>
              <a:ext cx="139038" cy="139038"/>
            </a:xfrm>
            <a:custGeom>
              <a:rect b="b" l="l" r="r" t="t"/>
              <a:pathLst>
                <a:path extrusionOk="0" h="139038" w="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56" name="Google Shape;56;p19"/>
            <p:cNvSpPr/>
            <p:nvPr/>
          </p:nvSpPr>
          <p:spPr>
            <a:xfrm>
              <a:off x="7843462" y="3198265"/>
              <a:ext cx="127713" cy="127713"/>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grpSp>
      <p:sp>
        <p:nvSpPr>
          <p:cNvPr id="57" name="Google Shape;57;p19"/>
          <p:cNvSpPr/>
          <p:nvPr>
            <p:ph idx="2" type="pic"/>
          </p:nvPr>
        </p:nvSpPr>
        <p:spPr>
          <a:xfrm>
            <a:off x="8536252" y="3205313"/>
            <a:ext cx="3043077" cy="3043083"/>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imagen y contenido">
  <p:cSld name="Título, imagen y contenido">
    <p:spTree>
      <p:nvGrpSpPr>
        <p:cNvPr id="58" name="Shape 58"/>
        <p:cNvGrpSpPr/>
        <p:nvPr/>
      </p:nvGrpSpPr>
      <p:grpSpPr>
        <a:xfrm>
          <a:off x="0" y="0"/>
          <a:ext cx="0" cy="0"/>
          <a:chOff x="0" y="0"/>
          <a:chExt cx="0" cy="0"/>
        </a:xfrm>
      </p:grpSpPr>
      <p:sp>
        <p:nvSpPr>
          <p:cNvPr id="59" name="Google Shape;59;p20"/>
          <p:cNvSpPr txBox="1"/>
          <p:nvPr>
            <p:ph type="title"/>
          </p:nvPr>
        </p:nvSpPr>
        <p:spPr>
          <a:xfrm>
            <a:off x="4114800" y="640080"/>
            <a:ext cx="7498080" cy="128016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4000"/>
              <a:buFont typeface="Open Sans"/>
              <a:buNone/>
              <a:defRPr b="1" spc="0"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0"/>
          <p:cNvSpPr txBox="1"/>
          <p:nvPr>
            <p:ph idx="12" type="sldNum"/>
          </p:nvPr>
        </p:nvSpPr>
        <p:spPr>
          <a:xfrm>
            <a:off x="484632" y="722376"/>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
        <p:nvSpPr>
          <p:cNvPr id="61" name="Google Shape;61;p20"/>
          <p:cNvSpPr/>
          <p:nvPr>
            <p:ph idx="2" type="pic"/>
          </p:nvPr>
        </p:nvSpPr>
        <p:spPr>
          <a:xfrm>
            <a:off x="1317615" y="895646"/>
            <a:ext cx="1956925" cy="1956928"/>
          </a:xfrm>
          <a:prstGeom prst="rect">
            <a:avLst/>
          </a:prstGeom>
          <a:noFill/>
          <a:ln>
            <a:noFill/>
          </a:ln>
        </p:spPr>
      </p:sp>
      <p:sp>
        <p:nvSpPr>
          <p:cNvPr id="62" name="Google Shape;62;p20"/>
          <p:cNvSpPr txBox="1"/>
          <p:nvPr>
            <p:ph idx="1" type="body"/>
          </p:nvPr>
        </p:nvSpPr>
        <p:spPr>
          <a:xfrm>
            <a:off x="4114800" y="2194560"/>
            <a:ext cx="7498080" cy="402336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1000"/>
              </a:spcBef>
              <a:spcAft>
                <a:spcPts val="0"/>
              </a:spcAft>
              <a:buClr>
                <a:schemeClr val="dk1"/>
              </a:buClr>
              <a:buSzPts val="1800"/>
              <a:buNone/>
              <a:defRPr sz="1800"/>
            </a:lvl1pPr>
            <a:lvl2pPr indent="-330200" lvl="1" marL="914400" algn="l">
              <a:lnSpc>
                <a:spcPct val="90000"/>
              </a:lnSpc>
              <a:spcBef>
                <a:spcPts val="500"/>
              </a:spcBef>
              <a:spcAft>
                <a:spcPts val="0"/>
              </a:spcAft>
              <a:buClr>
                <a:schemeClr val="dk1"/>
              </a:buClr>
              <a:buSzPts val="1600"/>
              <a:buChar char="•"/>
              <a:defRPr sz="1600"/>
            </a:lvl2pPr>
            <a:lvl3pPr indent="-317500" lvl="2" marL="1371600" algn="l">
              <a:lnSpc>
                <a:spcPct val="90000"/>
              </a:lnSpc>
              <a:spcBef>
                <a:spcPts val="500"/>
              </a:spcBef>
              <a:spcAft>
                <a:spcPts val="0"/>
              </a:spcAft>
              <a:buClr>
                <a:schemeClr val="dk1"/>
              </a:buClr>
              <a:buSzPts val="1400"/>
              <a:buChar char="•"/>
              <a:defRPr sz="1400"/>
            </a:lvl3pPr>
            <a:lvl4pPr indent="-304800" lvl="3" marL="1828800" algn="l">
              <a:lnSpc>
                <a:spcPct val="90000"/>
              </a:lnSpc>
              <a:spcBef>
                <a:spcPts val="500"/>
              </a:spcBef>
              <a:spcAft>
                <a:spcPts val="0"/>
              </a:spcAft>
              <a:buClr>
                <a:schemeClr val="dk1"/>
              </a:buClr>
              <a:buSzPts val="1200"/>
              <a:buChar char="•"/>
              <a:defRPr sz="12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63" name="Google Shape;63;p20"/>
          <p:cNvGrpSpPr/>
          <p:nvPr/>
        </p:nvGrpSpPr>
        <p:grpSpPr>
          <a:xfrm>
            <a:off x="2970685" y="620661"/>
            <a:ext cx="403448" cy="381782"/>
            <a:chOff x="10969280" y="1780012"/>
            <a:chExt cx="403448" cy="381782"/>
          </a:xfrm>
        </p:grpSpPr>
        <p:sp>
          <p:nvSpPr>
            <p:cNvPr id="64" name="Google Shape;64;p20"/>
            <p:cNvSpPr/>
            <p:nvPr/>
          </p:nvSpPr>
          <p:spPr>
            <a:xfrm>
              <a:off x="11281590" y="2070656"/>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65" name="Google Shape;65;p20"/>
            <p:cNvSpPr/>
            <p:nvPr/>
          </p:nvSpPr>
          <p:spPr>
            <a:xfrm>
              <a:off x="10969280" y="1780012"/>
              <a:ext cx="139039" cy="139039"/>
            </a:xfrm>
            <a:custGeom>
              <a:rect b="b" l="l" r="r" t="t"/>
              <a:pathLst>
                <a:path extrusionOk="0" h="139039" w="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grpSp>
      <p:sp>
        <p:nvSpPr>
          <p:cNvPr id="66" name="Google Shape;66;p20"/>
          <p:cNvSpPr txBox="1"/>
          <p:nvPr>
            <p:ph idx="11" type="ftr"/>
          </p:nvPr>
        </p:nvSpPr>
        <p:spPr>
          <a:xfrm>
            <a:off x="1280160" y="6356350"/>
            <a:ext cx="4114800" cy="365125"/>
          </a:xfrm>
          <a:prstGeom prst="rect">
            <a:avLst/>
          </a:prstGeom>
          <a:noFill/>
          <a:ln>
            <a:noFill/>
          </a:ln>
        </p:spPr>
        <p:txBody>
          <a:bodyPr anchorCtr="0" anchor="ctr" bIns="45700" lIns="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67" name="Google Shape;67;p20"/>
          <p:cNvCxnSpPr/>
          <p:nvPr/>
        </p:nvCxnSpPr>
        <p:spPr>
          <a:xfrm>
            <a:off x="740664" y="1371600"/>
            <a:ext cx="0" cy="5486400"/>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 diapositiva de subtítulo" type="title">
  <p:cSld name="TITLE">
    <p:bg>
      <p:bgPr>
        <a:gradFill>
          <a:gsLst>
            <a:gs pos="0">
              <a:schemeClr val="accent2"/>
            </a:gs>
            <a:gs pos="100000">
              <a:schemeClr val="accent4"/>
            </a:gs>
          </a:gsLst>
          <a:lin ang="18000000" scaled="0"/>
        </a:gradFill>
      </p:bgPr>
    </p:bg>
    <p:spTree>
      <p:nvGrpSpPr>
        <p:cNvPr id="68" name="Shape 68"/>
        <p:cNvGrpSpPr/>
        <p:nvPr/>
      </p:nvGrpSpPr>
      <p:grpSpPr>
        <a:xfrm>
          <a:off x="0" y="0"/>
          <a:ext cx="0" cy="0"/>
          <a:chOff x="0" y="0"/>
          <a:chExt cx="0" cy="0"/>
        </a:xfrm>
      </p:grpSpPr>
      <p:sp>
        <p:nvSpPr>
          <p:cNvPr id="69" name="Google Shape;69;p21"/>
          <p:cNvSpPr txBox="1"/>
          <p:nvPr>
            <p:ph type="ctrTitle"/>
          </p:nvPr>
        </p:nvSpPr>
        <p:spPr>
          <a:xfrm>
            <a:off x="1280159" y="3383280"/>
            <a:ext cx="10302240" cy="1852046"/>
          </a:xfrm>
          <a:prstGeom prst="rect">
            <a:avLst/>
          </a:prstGeom>
          <a:noFill/>
          <a:ln>
            <a:noFill/>
          </a:ln>
        </p:spPr>
        <p:txBody>
          <a:bodyPr anchorCtr="0" anchor="t" bIns="0" lIns="0" spcFirstLastPara="1" rIns="0" wrap="square" tIns="274300">
            <a:noAutofit/>
          </a:bodyPr>
          <a:lstStyle>
            <a:lvl1pPr lvl="0" algn="l">
              <a:lnSpc>
                <a:spcPct val="100000"/>
              </a:lnSpc>
              <a:spcBef>
                <a:spcPts val="0"/>
              </a:spcBef>
              <a:spcAft>
                <a:spcPts val="0"/>
              </a:spcAft>
              <a:buClr>
                <a:schemeClr val="lt1"/>
              </a:buClr>
              <a:buSzPts val="5400"/>
              <a:buFont typeface="Open Sans"/>
              <a:buNone/>
              <a:defRPr b="1" i="0" spc="0" sz="5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subTitle"/>
          </p:nvPr>
        </p:nvSpPr>
        <p:spPr>
          <a:xfrm>
            <a:off x="1280158" y="2966886"/>
            <a:ext cx="10302237" cy="397191"/>
          </a:xfrm>
          <a:prstGeom prst="rect">
            <a:avLst/>
          </a:prstGeom>
          <a:noFill/>
          <a:ln>
            <a:noFill/>
          </a:ln>
        </p:spPr>
        <p:txBody>
          <a:bodyPr anchorCtr="0" anchor="b" bIns="0" lIns="0" spcFirstLastPara="1" rIns="0" wrap="square" tIns="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71" name="Google Shape;71;p21"/>
          <p:cNvGrpSpPr/>
          <p:nvPr/>
        </p:nvGrpSpPr>
        <p:grpSpPr>
          <a:xfrm>
            <a:off x="10897692" y="620298"/>
            <a:ext cx="465456" cy="581432"/>
            <a:chOff x="7843462" y="2744546"/>
            <a:chExt cx="465456" cy="581432"/>
          </a:xfrm>
        </p:grpSpPr>
        <p:sp>
          <p:nvSpPr>
            <p:cNvPr id="72" name="Google Shape;72;p21"/>
            <p:cNvSpPr/>
            <p:nvPr/>
          </p:nvSpPr>
          <p:spPr>
            <a:xfrm>
              <a:off x="8217780" y="2973840"/>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73" name="Google Shape;73;p21"/>
            <p:cNvSpPr/>
            <p:nvPr/>
          </p:nvSpPr>
          <p:spPr>
            <a:xfrm>
              <a:off x="7859002" y="2744546"/>
              <a:ext cx="139038" cy="139038"/>
            </a:xfrm>
            <a:custGeom>
              <a:rect b="b" l="l" r="r" t="t"/>
              <a:pathLst>
                <a:path extrusionOk="0" h="139038" w="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74" name="Google Shape;74;p21"/>
            <p:cNvSpPr/>
            <p:nvPr/>
          </p:nvSpPr>
          <p:spPr>
            <a:xfrm>
              <a:off x="7843462" y="3198265"/>
              <a:ext cx="127713" cy="127713"/>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grpSp>
      <p:cxnSp>
        <p:nvCxnSpPr>
          <p:cNvPr id="75" name="Google Shape;75;p21"/>
          <p:cNvCxnSpPr/>
          <p:nvPr/>
        </p:nvCxnSpPr>
        <p:spPr>
          <a:xfrm>
            <a:off x="1280160" y="0"/>
            <a:ext cx="0" cy="2775857"/>
          </a:xfrm>
          <a:prstGeom prst="straightConnector1">
            <a:avLst/>
          </a:prstGeom>
          <a:noFill/>
          <a:ln cap="sq" cmpd="sng" w="25400">
            <a:solidFill>
              <a:schemeClr val="lt1"/>
            </a:solidFill>
            <a:prstDash val="solid"/>
            <a:bevel/>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p:cSld name="Comparación">
    <p:spTree>
      <p:nvGrpSpPr>
        <p:cNvPr id="76" name="Shape 76"/>
        <p:cNvGrpSpPr/>
        <p:nvPr/>
      </p:nvGrpSpPr>
      <p:grpSpPr>
        <a:xfrm>
          <a:off x="0" y="0"/>
          <a:ext cx="0" cy="0"/>
          <a:chOff x="0" y="0"/>
          <a:chExt cx="0" cy="0"/>
        </a:xfrm>
      </p:grpSpPr>
      <p:sp>
        <p:nvSpPr>
          <p:cNvPr id="77" name="Google Shape;77;p22"/>
          <p:cNvSpPr txBox="1"/>
          <p:nvPr>
            <p:ph type="title"/>
          </p:nvPr>
        </p:nvSpPr>
        <p:spPr>
          <a:xfrm>
            <a:off x="1280160" y="685800"/>
            <a:ext cx="9137012" cy="128016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4000"/>
              <a:buFont typeface="Open Sans"/>
              <a:buNone/>
              <a:defRPr b="1" spc="0"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22"/>
          <p:cNvSpPr txBox="1"/>
          <p:nvPr>
            <p:ph idx="12" type="sldNum"/>
          </p:nvPr>
        </p:nvSpPr>
        <p:spPr>
          <a:xfrm>
            <a:off x="486121" y="726630"/>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
        <p:nvSpPr>
          <p:cNvPr id="79" name="Google Shape;79;p22"/>
          <p:cNvSpPr txBox="1"/>
          <p:nvPr>
            <p:ph idx="1" type="body"/>
          </p:nvPr>
        </p:nvSpPr>
        <p:spPr>
          <a:xfrm>
            <a:off x="1280160" y="2327440"/>
            <a:ext cx="4846320" cy="4040574"/>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00"/>
              <a:buNone/>
              <a:defRPr sz="1800"/>
            </a:lvl1pPr>
            <a:lvl2pPr indent="-342900" lvl="1" marL="914400" algn="l">
              <a:lnSpc>
                <a:spcPct val="90000"/>
              </a:lnSpc>
              <a:spcBef>
                <a:spcPts val="1200"/>
              </a:spcBef>
              <a:spcAft>
                <a:spcPts val="0"/>
              </a:spcAft>
              <a:buClr>
                <a:schemeClr val="dk1"/>
              </a:buClr>
              <a:buSzPts val="1800"/>
              <a:buChar char="•"/>
              <a:defRPr sz="1800"/>
            </a:lvl2pPr>
            <a:lvl3pPr indent="-342900" lvl="2" marL="1371600" algn="l">
              <a:lnSpc>
                <a:spcPct val="90000"/>
              </a:lnSpc>
              <a:spcBef>
                <a:spcPts val="1200"/>
              </a:spcBef>
              <a:spcAft>
                <a:spcPts val="0"/>
              </a:spcAft>
              <a:buClr>
                <a:schemeClr val="dk1"/>
              </a:buClr>
              <a:buSzPts val="1800"/>
              <a:buChar char="•"/>
              <a:defRPr sz="1800"/>
            </a:lvl3pPr>
            <a:lvl4pPr indent="-342900" lvl="3" marL="1828800" algn="l">
              <a:lnSpc>
                <a:spcPct val="90000"/>
              </a:lnSpc>
              <a:spcBef>
                <a:spcPts val="1200"/>
              </a:spcBef>
              <a:spcAft>
                <a:spcPts val="0"/>
              </a:spcAft>
              <a:buClr>
                <a:schemeClr val="dk1"/>
              </a:buClr>
              <a:buSzPts val="1800"/>
              <a:buChar char="•"/>
              <a:defRPr sz="1800"/>
            </a:lvl4pPr>
            <a:lvl5pPr indent="-342900" lvl="4" marL="2286000" algn="l">
              <a:lnSpc>
                <a:spcPct val="90000"/>
              </a:lnSpc>
              <a:spcBef>
                <a:spcPts val="12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22"/>
          <p:cNvSpPr txBox="1"/>
          <p:nvPr>
            <p:ph idx="2" type="body"/>
          </p:nvPr>
        </p:nvSpPr>
        <p:spPr>
          <a:xfrm>
            <a:off x="6723402" y="2327441"/>
            <a:ext cx="4846320" cy="4040574"/>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00"/>
              <a:buNone/>
              <a:defRPr sz="1800"/>
            </a:lvl1pPr>
            <a:lvl2pPr indent="-342900" lvl="1" marL="914400" algn="l">
              <a:lnSpc>
                <a:spcPct val="90000"/>
              </a:lnSpc>
              <a:spcBef>
                <a:spcPts val="1200"/>
              </a:spcBef>
              <a:spcAft>
                <a:spcPts val="0"/>
              </a:spcAft>
              <a:buClr>
                <a:schemeClr val="dk1"/>
              </a:buClr>
              <a:buSzPts val="1800"/>
              <a:buChar char="•"/>
              <a:defRPr sz="1800"/>
            </a:lvl2pPr>
            <a:lvl3pPr indent="-342900" lvl="2" marL="1371600" algn="l">
              <a:lnSpc>
                <a:spcPct val="90000"/>
              </a:lnSpc>
              <a:spcBef>
                <a:spcPts val="1200"/>
              </a:spcBef>
              <a:spcAft>
                <a:spcPts val="0"/>
              </a:spcAft>
              <a:buClr>
                <a:schemeClr val="dk1"/>
              </a:buClr>
              <a:buSzPts val="1800"/>
              <a:buChar char="•"/>
              <a:defRPr sz="1800"/>
            </a:lvl3pPr>
            <a:lvl4pPr indent="-342900" lvl="3" marL="1828800" algn="l">
              <a:lnSpc>
                <a:spcPct val="90000"/>
              </a:lnSpc>
              <a:spcBef>
                <a:spcPts val="1200"/>
              </a:spcBef>
              <a:spcAft>
                <a:spcPts val="0"/>
              </a:spcAft>
              <a:buClr>
                <a:schemeClr val="dk1"/>
              </a:buClr>
              <a:buSzPts val="1800"/>
              <a:buChar char="•"/>
              <a:defRPr sz="1800"/>
            </a:lvl4pPr>
            <a:lvl5pPr indent="-342900" lvl="4" marL="2286000" algn="l">
              <a:lnSpc>
                <a:spcPct val="90000"/>
              </a:lnSpc>
              <a:spcBef>
                <a:spcPts val="12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81" name="Google Shape;81;p22"/>
          <p:cNvCxnSpPr/>
          <p:nvPr/>
        </p:nvCxnSpPr>
        <p:spPr>
          <a:xfrm>
            <a:off x="740664" y="1371600"/>
            <a:ext cx="0" cy="5486400"/>
          </a:xfrm>
          <a:prstGeom prst="straightConnector1">
            <a:avLst/>
          </a:prstGeom>
          <a:noFill/>
          <a:ln cap="sq" cmpd="sng" w="25400">
            <a:solidFill>
              <a:schemeClr val="accent2"/>
            </a:solidFill>
            <a:prstDash val="solid"/>
            <a:bevel/>
            <a:headEnd len="sm" w="sm" type="none"/>
            <a:tailEnd len="sm" w="sm" type="none"/>
          </a:ln>
        </p:spPr>
      </p:cxnSp>
      <p:sp>
        <p:nvSpPr>
          <p:cNvPr id="82" name="Google Shape;82;p22"/>
          <p:cNvSpPr/>
          <p:nvPr/>
        </p:nvSpPr>
        <p:spPr>
          <a:xfrm>
            <a:off x="10508317" y="492206"/>
            <a:ext cx="139039" cy="139039"/>
          </a:xfrm>
          <a:custGeom>
            <a:rect b="b" l="l" r="r" t="t"/>
            <a:pathLst>
              <a:path extrusionOk="0" h="139039" w="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83" name="Google Shape;83;p22"/>
          <p:cNvSpPr/>
          <p:nvPr/>
        </p:nvSpPr>
        <p:spPr>
          <a:xfrm>
            <a:off x="11477944" y="1055581"/>
            <a:ext cx="127714" cy="127714"/>
          </a:xfrm>
          <a:custGeom>
            <a:rect b="b" l="l" r="r" t="t"/>
            <a:pathLst>
              <a:path extrusionOk="0" h="127714" w="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84" name="Google Shape;84;p22"/>
          <p:cNvSpPr/>
          <p:nvPr/>
        </p:nvSpPr>
        <p:spPr>
          <a:xfrm>
            <a:off x="11241555" y="446637"/>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85" name="Google Shape;85;p22"/>
          <p:cNvSpPr txBox="1"/>
          <p:nvPr>
            <p:ph idx="11" type="ftr"/>
          </p:nvPr>
        </p:nvSpPr>
        <p:spPr>
          <a:xfrm>
            <a:off x="1280160" y="6356350"/>
            <a:ext cx="4114800" cy="365125"/>
          </a:xfrm>
          <a:prstGeom prst="rect">
            <a:avLst/>
          </a:prstGeom>
          <a:noFill/>
          <a:ln>
            <a:noFill/>
          </a:ln>
        </p:spPr>
        <p:txBody>
          <a:bodyPr anchorCtr="0" anchor="ctr" bIns="45700" lIns="91425"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3">
  <p:cSld name="Título y contenido 3">
    <p:spTree>
      <p:nvGrpSpPr>
        <p:cNvPr id="86" name="Shape 86"/>
        <p:cNvGrpSpPr/>
        <p:nvPr/>
      </p:nvGrpSpPr>
      <p:grpSpPr>
        <a:xfrm>
          <a:off x="0" y="0"/>
          <a:ext cx="0" cy="0"/>
          <a:chOff x="0" y="0"/>
          <a:chExt cx="0" cy="0"/>
        </a:xfrm>
      </p:grpSpPr>
      <p:sp>
        <p:nvSpPr>
          <p:cNvPr id="87" name="Google Shape;87;p23"/>
          <p:cNvSpPr txBox="1"/>
          <p:nvPr>
            <p:ph type="ctrTitle"/>
          </p:nvPr>
        </p:nvSpPr>
        <p:spPr>
          <a:xfrm>
            <a:off x="1280160" y="301752"/>
            <a:ext cx="4663438" cy="2441448"/>
          </a:xfrm>
          <a:prstGeom prst="rect">
            <a:avLst/>
          </a:prstGeom>
          <a:noFill/>
          <a:ln>
            <a:noFill/>
          </a:ln>
        </p:spPr>
        <p:txBody>
          <a:bodyPr anchorCtr="0" anchor="ctr" bIns="0" lIns="0" spcFirstLastPara="1" rIns="0" wrap="square" tIns="0">
            <a:noAutofit/>
          </a:bodyPr>
          <a:lstStyle>
            <a:lvl1pPr lvl="0" algn="l">
              <a:lnSpc>
                <a:spcPct val="100000"/>
              </a:lnSpc>
              <a:spcBef>
                <a:spcPts val="1000"/>
              </a:spcBef>
              <a:spcAft>
                <a:spcPts val="0"/>
              </a:spcAft>
              <a:buClr>
                <a:schemeClr val="dk1"/>
              </a:buClr>
              <a:buSzPts val="4000"/>
              <a:buFont typeface="Open Sans"/>
              <a:buNone/>
              <a:defRPr b="1" i="0" spc="0"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23"/>
          <p:cNvSpPr txBox="1"/>
          <p:nvPr>
            <p:ph idx="12" type="sldNum"/>
          </p:nvPr>
        </p:nvSpPr>
        <p:spPr>
          <a:xfrm>
            <a:off x="484632" y="726630"/>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
        <p:nvSpPr>
          <p:cNvPr id="89" name="Google Shape;89;p23"/>
          <p:cNvSpPr txBox="1"/>
          <p:nvPr>
            <p:ph idx="1" type="body"/>
          </p:nvPr>
        </p:nvSpPr>
        <p:spPr>
          <a:xfrm>
            <a:off x="1280161" y="2777067"/>
            <a:ext cx="4663440" cy="3550581"/>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1000"/>
              </a:spcBef>
              <a:spcAft>
                <a:spcPts val="0"/>
              </a:spcAft>
              <a:buClr>
                <a:schemeClr val="dk1"/>
              </a:buClr>
              <a:buSzPts val="1800"/>
              <a:buNone/>
              <a:defRPr sz="1800"/>
            </a:lvl1pPr>
            <a:lvl2pPr indent="-330200" lvl="1" marL="914400" algn="l">
              <a:lnSpc>
                <a:spcPct val="110000"/>
              </a:lnSpc>
              <a:spcBef>
                <a:spcPts val="500"/>
              </a:spcBef>
              <a:spcAft>
                <a:spcPts val="0"/>
              </a:spcAft>
              <a:buClr>
                <a:schemeClr val="dk1"/>
              </a:buClr>
              <a:buSzPts val="1600"/>
              <a:buChar char="•"/>
              <a:defRPr sz="1600"/>
            </a:lvl2pPr>
            <a:lvl3pPr indent="-317500" lvl="2" marL="1371600" algn="l">
              <a:lnSpc>
                <a:spcPct val="110000"/>
              </a:lnSpc>
              <a:spcBef>
                <a:spcPts val="500"/>
              </a:spcBef>
              <a:spcAft>
                <a:spcPts val="0"/>
              </a:spcAft>
              <a:buClr>
                <a:schemeClr val="dk1"/>
              </a:buClr>
              <a:buSzPts val="1400"/>
              <a:buChar char="•"/>
              <a:defRPr sz="1400"/>
            </a:lvl3pPr>
            <a:lvl4pPr indent="-304800" lvl="3" marL="1828800" algn="l">
              <a:lnSpc>
                <a:spcPct val="110000"/>
              </a:lnSpc>
              <a:spcBef>
                <a:spcPts val="500"/>
              </a:spcBef>
              <a:spcAft>
                <a:spcPts val="0"/>
              </a:spcAft>
              <a:buClr>
                <a:schemeClr val="dk1"/>
              </a:buClr>
              <a:buSzPts val="1200"/>
              <a:buChar char="•"/>
              <a:defRPr sz="1200"/>
            </a:lvl4pPr>
            <a:lvl5pPr indent="-304800" lvl="4" marL="2286000" algn="l">
              <a:lnSpc>
                <a:spcPct val="110000"/>
              </a:lnSpc>
              <a:spcBef>
                <a:spcPts val="5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23"/>
          <p:cNvSpPr/>
          <p:nvPr/>
        </p:nvSpPr>
        <p:spPr>
          <a:xfrm>
            <a:off x="6412089" y="0"/>
            <a:ext cx="5779911" cy="6858000"/>
          </a:xfrm>
          <a:prstGeom prst="rect">
            <a:avLst/>
          </a:prstGeom>
          <a:gradFill>
            <a:gsLst>
              <a:gs pos="0">
                <a:schemeClr val="accent2"/>
              </a:gs>
              <a:gs pos="100000">
                <a:schemeClr val="accent4"/>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91" name="Google Shape;91;p23"/>
          <p:cNvSpPr/>
          <p:nvPr>
            <p:ph idx="2" type="pic"/>
          </p:nvPr>
        </p:nvSpPr>
        <p:spPr>
          <a:xfrm>
            <a:off x="6695553" y="301752"/>
            <a:ext cx="5221224" cy="6263640"/>
          </a:xfrm>
          <a:prstGeom prst="rect">
            <a:avLst/>
          </a:prstGeom>
          <a:noFill/>
          <a:ln>
            <a:noFill/>
          </a:ln>
        </p:spPr>
      </p:sp>
      <p:sp>
        <p:nvSpPr>
          <p:cNvPr id="92" name="Google Shape;92;p23"/>
          <p:cNvSpPr txBox="1"/>
          <p:nvPr>
            <p:ph idx="11" type="ftr"/>
          </p:nvPr>
        </p:nvSpPr>
        <p:spPr>
          <a:xfrm>
            <a:off x="1280160" y="6356350"/>
            <a:ext cx="4434825" cy="365125"/>
          </a:xfrm>
          <a:prstGeom prst="rect">
            <a:avLst/>
          </a:prstGeom>
          <a:noFill/>
          <a:ln>
            <a:noFill/>
          </a:ln>
        </p:spPr>
        <p:txBody>
          <a:bodyPr anchorCtr="0" anchor="ctr" bIns="45700" lIns="91425"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93" name="Google Shape;93;p23"/>
          <p:cNvCxnSpPr/>
          <p:nvPr/>
        </p:nvCxnSpPr>
        <p:spPr>
          <a:xfrm>
            <a:off x="745127" y="1371600"/>
            <a:ext cx="0" cy="5486400"/>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imagen 2">
  <p:cSld name="Título e imagen 2">
    <p:spTree>
      <p:nvGrpSpPr>
        <p:cNvPr id="94" name="Shape 94"/>
        <p:cNvGrpSpPr/>
        <p:nvPr/>
      </p:nvGrpSpPr>
      <p:grpSpPr>
        <a:xfrm>
          <a:off x="0" y="0"/>
          <a:ext cx="0" cy="0"/>
          <a:chOff x="0" y="0"/>
          <a:chExt cx="0" cy="0"/>
        </a:xfrm>
      </p:grpSpPr>
      <p:sp>
        <p:nvSpPr>
          <p:cNvPr id="95" name="Google Shape;95;p24"/>
          <p:cNvSpPr txBox="1"/>
          <p:nvPr>
            <p:ph type="title"/>
          </p:nvPr>
        </p:nvSpPr>
        <p:spPr>
          <a:xfrm>
            <a:off x="1280159" y="640080"/>
            <a:ext cx="4815836" cy="21031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dk1"/>
              </a:buClr>
              <a:buSzPts val="4000"/>
              <a:buFont typeface="Open Sans"/>
              <a:buNone/>
              <a:defRPr b="1" spc="0" sz="4000" cap="none">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4"/>
          <p:cNvSpPr txBox="1"/>
          <p:nvPr>
            <p:ph idx="12" type="sldNum"/>
          </p:nvPr>
        </p:nvSpPr>
        <p:spPr>
          <a:xfrm>
            <a:off x="486121" y="726630"/>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
        <p:nvSpPr>
          <p:cNvPr id="97" name="Google Shape;97;p24"/>
          <p:cNvSpPr txBox="1"/>
          <p:nvPr>
            <p:ph idx="1" type="body"/>
          </p:nvPr>
        </p:nvSpPr>
        <p:spPr>
          <a:xfrm>
            <a:off x="6531427" y="640080"/>
            <a:ext cx="5122889" cy="2103120"/>
          </a:xfrm>
          <a:prstGeom prst="rect">
            <a:avLst/>
          </a:prstGeom>
          <a:noFill/>
          <a:ln>
            <a:noFill/>
          </a:ln>
        </p:spPr>
        <p:txBody>
          <a:bodyPr anchorCtr="0" anchor="ctr" bIns="0" lIns="0" spcFirstLastPara="1" rIns="0" wrap="square" tIns="0">
            <a:normAutofit/>
          </a:bodyPr>
          <a:lstStyle>
            <a:lvl1pPr indent="-228600" lvl="0" marL="457200" algn="l">
              <a:lnSpc>
                <a:spcPct val="110000"/>
              </a:lnSpc>
              <a:spcBef>
                <a:spcPts val="1000"/>
              </a:spcBef>
              <a:spcAft>
                <a:spcPts val="0"/>
              </a:spcAft>
              <a:buClr>
                <a:schemeClr val="dk1"/>
              </a:buClr>
              <a:buSzPts val="1800"/>
              <a:buNone/>
              <a:defRPr sz="1800">
                <a:solidFill>
                  <a:schemeClr val="dk1"/>
                </a:solidFill>
              </a:defRPr>
            </a:lvl1pPr>
            <a:lvl2pPr indent="-330200" lvl="1" marL="914400" algn="l">
              <a:lnSpc>
                <a:spcPct val="100000"/>
              </a:lnSpc>
              <a:spcBef>
                <a:spcPts val="500"/>
              </a:spcBef>
              <a:spcAft>
                <a:spcPts val="0"/>
              </a:spcAft>
              <a:buClr>
                <a:schemeClr val="dk1"/>
              </a:buClr>
              <a:buSzPts val="1600"/>
              <a:buChar char="•"/>
              <a:defRPr sz="1600">
                <a:solidFill>
                  <a:schemeClr val="dk1"/>
                </a:solidFill>
              </a:defRPr>
            </a:lvl2pPr>
            <a:lvl3pPr indent="-317500" lvl="2" marL="1371600" algn="l">
              <a:lnSpc>
                <a:spcPct val="100000"/>
              </a:lnSpc>
              <a:spcBef>
                <a:spcPts val="500"/>
              </a:spcBef>
              <a:spcAft>
                <a:spcPts val="0"/>
              </a:spcAft>
              <a:buClr>
                <a:schemeClr val="dk1"/>
              </a:buClr>
              <a:buSzPts val="1400"/>
              <a:buChar char="•"/>
              <a:defRPr sz="1400">
                <a:solidFill>
                  <a:schemeClr val="dk1"/>
                </a:solidFill>
              </a:defRPr>
            </a:lvl3pPr>
            <a:lvl4pPr indent="-304800" lvl="3" marL="1828800" algn="l">
              <a:lnSpc>
                <a:spcPct val="100000"/>
              </a:lnSpc>
              <a:spcBef>
                <a:spcPts val="500"/>
              </a:spcBef>
              <a:spcAft>
                <a:spcPts val="0"/>
              </a:spcAft>
              <a:buClr>
                <a:schemeClr val="dk1"/>
              </a:buClr>
              <a:buSzPts val="1200"/>
              <a:buChar char="•"/>
              <a:defRPr sz="1200">
                <a:solidFill>
                  <a:schemeClr val="dk1"/>
                </a:solidFill>
              </a:defRPr>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98" name="Google Shape;98;p24"/>
          <p:cNvCxnSpPr/>
          <p:nvPr/>
        </p:nvCxnSpPr>
        <p:spPr>
          <a:xfrm>
            <a:off x="740664" y="1371600"/>
            <a:ext cx="0" cy="5486400"/>
          </a:xfrm>
          <a:prstGeom prst="straightConnector1">
            <a:avLst/>
          </a:prstGeom>
          <a:noFill/>
          <a:ln cap="sq" cmpd="sng" w="25400">
            <a:solidFill>
              <a:schemeClr val="accent2"/>
            </a:solidFill>
            <a:prstDash val="solid"/>
            <a:bevel/>
            <a:headEnd len="sm" w="sm" type="none"/>
            <a:tailEnd len="sm" w="sm" type="none"/>
          </a:ln>
        </p:spPr>
      </p:cxnSp>
      <p:sp>
        <p:nvSpPr>
          <p:cNvPr id="99" name="Google Shape;99;p24"/>
          <p:cNvSpPr txBox="1"/>
          <p:nvPr>
            <p:ph idx="2" type="body"/>
          </p:nvPr>
        </p:nvSpPr>
        <p:spPr>
          <a:xfrm>
            <a:off x="1280160" y="3017520"/>
            <a:ext cx="10374152" cy="32088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24"/>
          <p:cNvSpPr txBox="1"/>
          <p:nvPr>
            <p:ph idx="11" type="ftr"/>
          </p:nvPr>
        </p:nvSpPr>
        <p:spPr>
          <a:xfrm>
            <a:off x="7539516" y="6356350"/>
            <a:ext cx="4114800" cy="365125"/>
          </a:xfrm>
          <a:prstGeom prst="rect">
            <a:avLst/>
          </a:prstGeom>
          <a:noFill/>
          <a:ln>
            <a:noFill/>
          </a:ln>
        </p:spPr>
        <p:txBody>
          <a:bodyPr anchorCtr="0" anchor="ctr" bIns="45700" lIns="91425" spcFirstLastPara="1" rIns="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mparación">
  <p:cSld name="2_Comparación">
    <p:spTree>
      <p:nvGrpSpPr>
        <p:cNvPr id="101" name="Shape 101"/>
        <p:cNvGrpSpPr/>
        <p:nvPr/>
      </p:nvGrpSpPr>
      <p:grpSpPr>
        <a:xfrm>
          <a:off x="0" y="0"/>
          <a:ext cx="0" cy="0"/>
          <a:chOff x="0" y="0"/>
          <a:chExt cx="0" cy="0"/>
        </a:xfrm>
      </p:grpSpPr>
      <p:sp>
        <p:nvSpPr>
          <p:cNvPr id="102" name="Google Shape;102;p25"/>
          <p:cNvSpPr txBox="1"/>
          <p:nvPr>
            <p:ph type="title"/>
          </p:nvPr>
        </p:nvSpPr>
        <p:spPr>
          <a:xfrm>
            <a:off x="1280159" y="4970638"/>
            <a:ext cx="9144000" cy="128016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4000"/>
              <a:buFont typeface="Open Sans"/>
              <a:buNone/>
              <a:defRPr b="1" spc="0" sz="4000" cap="none">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25"/>
          <p:cNvSpPr txBox="1"/>
          <p:nvPr>
            <p:ph idx="12" type="sldNum"/>
          </p:nvPr>
        </p:nvSpPr>
        <p:spPr>
          <a:xfrm>
            <a:off x="486121" y="726630"/>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
        <p:nvSpPr>
          <p:cNvPr id="104" name="Google Shape;104;p25"/>
          <p:cNvSpPr txBox="1"/>
          <p:nvPr>
            <p:ph idx="1" type="body"/>
          </p:nvPr>
        </p:nvSpPr>
        <p:spPr>
          <a:xfrm>
            <a:off x="1280160" y="685800"/>
            <a:ext cx="4937760" cy="402336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200"/>
              </a:spcBef>
              <a:spcAft>
                <a:spcPts val="0"/>
              </a:spcAft>
              <a:buClr>
                <a:schemeClr val="dk1"/>
              </a:buClr>
              <a:buSzPts val="1800"/>
              <a:buNone/>
              <a:defRPr sz="1800"/>
            </a:lvl1pPr>
            <a:lvl2pPr indent="-342900" lvl="1" marL="914400" algn="l">
              <a:lnSpc>
                <a:spcPct val="90000"/>
              </a:lnSpc>
              <a:spcBef>
                <a:spcPts val="1200"/>
              </a:spcBef>
              <a:spcAft>
                <a:spcPts val="0"/>
              </a:spcAft>
              <a:buClr>
                <a:schemeClr val="dk1"/>
              </a:buClr>
              <a:buSzPts val="1800"/>
              <a:buChar char="•"/>
              <a:defRPr sz="1800"/>
            </a:lvl2pPr>
            <a:lvl3pPr indent="-342900" lvl="2" marL="1371600" algn="l">
              <a:lnSpc>
                <a:spcPct val="90000"/>
              </a:lnSpc>
              <a:spcBef>
                <a:spcPts val="1200"/>
              </a:spcBef>
              <a:spcAft>
                <a:spcPts val="0"/>
              </a:spcAft>
              <a:buClr>
                <a:schemeClr val="dk1"/>
              </a:buClr>
              <a:buSzPts val="1800"/>
              <a:buChar char="•"/>
              <a:defRPr sz="1800"/>
            </a:lvl3pPr>
            <a:lvl4pPr indent="-342900" lvl="3" marL="1828800" algn="l">
              <a:lnSpc>
                <a:spcPct val="90000"/>
              </a:lnSpc>
              <a:spcBef>
                <a:spcPts val="1200"/>
              </a:spcBef>
              <a:spcAft>
                <a:spcPts val="0"/>
              </a:spcAft>
              <a:buClr>
                <a:schemeClr val="dk1"/>
              </a:buClr>
              <a:buSzPts val="1800"/>
              <a:buChar char="•"/>
              <a:defRPr sz="1800"/>
            </a:lvl4pPr>
            <a:lvl5pPr indent="-342900" lvl="4" marL="2286000" algn="l">
              <a:lnSpc>
                <a:spcPct val="90000"/>
              </a:lnSpc>
              <a:spcBef>
                <a:spcPts val="12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25"/>
          <p:cNvSpPr txBox="1"/>
          <p:nvPr>
            <p:ph idx="2" type="body"/>
          </p:nvPr>
        </p:nvSpPr>
        <p:spPr>
          <a:xfrm>
            <a:off x="6704755" y="685800"/>
            <a:ext cx="4937760" cy="40233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200"/>
              </a:spcBef>
              <a:spcAft>
                <a:spcPts val="0"/>
              </a:spcAft>
              <a:buClr>
                <a:schemeClr val="dk1"/>
              </a:buClr>
              <a:buSzPts val="1800"/>
              <a:buChar char="•"/>
              <a:defRPr sz="1800"/>
            </a:lvl1pPr>
            <a:lvl2pPr indent="-342900" lvl="1" marL="914400" algn="l">
              <a:lnSpc>
                <a:spcPct val="90000"/>
              </a:lnSpc>
              <a:spcBef>
                <a:spcPts val="1200"/>
              </a:spcBef>
              <a:spcAft>
                <a:spcPts val="0"/>
              </a:spcAft>
              <a:buClr>
                <a:schemeClr val="dk1"/>
              </a:buClr>
              <a:buSzPts val="1800"/>
              <a:buChar char="•"/>
              <a:defRPr sz="1800"/>
            </a:lvl2pPr>
            <a:lvl3pPr indent="-342900" lvl="2" marL="1371600" algn="l">
              <a:lnSpc>
                <a:spcPct val="90000"/>
              </a:lnSpc>
              <a:spcBef>
                <a:spcPts val="1200"/>
              </a:spcBef>
              <a:spcAft>
                <a:spcPts val="0"/>
              </a:spcAft>
              <a:buClr>
                <a:schemeClr val="dk1"/>
              </a:buClr>
              <a:buSzPts val="1800"/>
              <a:buChar char="•"/>
              <a:defRPr sz="1800"/>
            </a:lvl3pPr>
            <a:lvl4pPr indent="-342900" lvl="3" marL="1828800" algn="l">
              <a:lnSpc>
                <a:spcPct val="90000"/>
              </a:lnSpc>
              <a:spcBef>
                <a:spcPts val="1200"/>
              </a:spcBef>
              <a:spcAft>
                <a:spcPts val="0"/>
              </a:spcAft>
              <a:buClr>
                <a:schemeClr val="dk1"/>
              </a:buClr>
              <a:buSzPts val="1800"/>
              <a:buChar char="•"/>
              <a:defRPr sz="1800"/>
            </a:lvl4pPr>
            <a:lvl5pPr indent="-342900" lvl="4" marL="2286000" algn="l">
              <a:lnSpc>
                <a:spcPct val="90000"/>
              </a:lnSpc>
              <a:spcBef>
                <a:spcPts val="12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06" name="Google Shape;106;p25"/>
          <p:cNvGrpSpPr/>
          <p:nvPr/>
        </p:nvGrpSpPr>
        <p:grpSpPr>
          <a:xfrm>
            <a:off x="5322570" y="5680647"/>
            <a:ext cx="465456" cy="581432"/>
            <a:chOff x="7843462" y="2744546"/>
            <a:chExt cx="465456" cy="581432"/>
          </a:xfrm>
        </p:grpSpPr>
        <p:sp>
          <p:nvSpPr>
            <p:cNvPr id="107" name="Google Shape;107;p25"/>
            <p:cNvSpPr/>
            <p:nvPr/>
          </p:nvSpPr>
          <p:spPr>
            <a:xfrm>
              <a:off x="8217780" y="2973840"/>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108" name="Google Shape;108;p25"/>
            <p:cNvSpPr/>
            <p:nvPr/>
          </p:nvSpPr>
          <p:spPr>
            <a:xfrm>
              <a:off x="7859002" y="2744546"/>
              <a:ext cx="139038" cy="139038"/>
            </a:xfrm>
            <a:custGeom>
              <a:rect b="b" l="l" r="r" t="t"/>
              <a:pathLst>
                <a:path extrusionOk="0" h="139038" w="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109" name="Google Shape;109;p25"/>
            <p:cNvSpPr/>
            <p:nvPr/>
          </p:nvSpPr>
          <p:spPr>
            <a:xfrm>
              <a:off x="7843462" y="3198265"/>
              <a:ext cx="127713" cy="127713"/>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grpSp>
      <p:sp>
        <p:nvSpPr>
          <p:cNvPr id="110" name="Google Shape;110;p25"/>
          <p:cNvSpPr txBox="1"/>
          <p:nvPr>
            <p:ph idx="11" type="ftr"/>
          </p:nvPr>
        </p:nvSpPr>
        <p:spPr>
          <a:xfrm>
            <a:off x="1280160" y="6356350"/>
            <a:ext cx="4114800" cy="365125"/>
          </a:xfrm>
          <a:prstGeom prst="rect">
            <a:avLst/>
          </a:prstGeom>
          <a:noFill/>
          <a:ln>
            <a:noFill/>
          </a:ln>
        </p:spPr>
        <p:txBody>
          <a:bodyPr anchorCtr="0" anchor="ctr" bIns="45700" lIns="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11" name="Google Shape;111;p25"/>
          <p:cNvCxnSpPr/>
          <p:nvPr/>
        </p:nvCxnSpPr>
        <p:spPr>
          <a:xfrm>
            <a:off x="740664" y="1371600"/>
            <a:ext cx="0" cy="5486400"/>
          </a:xfrm>
          <a:prstGeom prst="straightConnector1">
            <a:avLst/>
          </a:prstGeom>
          <a:noFill/>
          <a:ln cap="sq" cmpd="sng" w="25400">
            <a:solidFill>
              <a:schemeClr val="accent2"/>
            </a:solidFill>
            <a:prstDash val="solid"/>
            <a:bevel/>
            <a:headEnd len="sm" w="sm" type="none"/>
            <a:tailEnd len="sm" w="sm" type="none"/>
          </a:ln>
        </p:spPr>
      </p:cxnSp>
      <p:grpSp>
        <p:nvGrpSpPr>
          <p:cNvPr id="112" name="Google Shape;112;p25"/>
          <p:cNvGrpSpPr/>
          <p:nvPr/>
        </p:nvGrpSpPr>
        <p:grpSpPr>
          <a:xfrm rot="5400000">
            <a:off x="10711518" y="5393214"/>
            <a:ext cx="1097341" cy="736658"/>
            <a:chOff x="10508317" y="446637"/>
            <a:chExt cx="1097341" cy="736658"/>
          </a:xfrm>
        </p:grpSpPr>
        <p:sp>
          <p:nvSpPr>
            <p:cNvPr id="113" name="Google Shape;113;p25"/>
            <p:cNvSpPr/>
            <p:nvPr/>
          </p:nvSpPr>
          <p:spPr>
            <a:xfrm>
              <a:off x="10508317" y="492206"/>
              <a:ext cx="139039" cy="139039"/>
            </a:xfrm>
            <a:custGeom>
              <a:rect b="b" l="l" r="r" t="t"/>
              <a:pathLst>
                <a:path extrusionOk="0" h="139039" w="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114" name="Google Shape;114;p25"/>
            <p:cNvSpPr/>
            <p:nvPr/>
          </p:nvSpPr>
          <p:spPr>
            <a:xfrm>
              <a:off x="11477944" y="1055581"/>
              <a:ext cx="127714" cy="127714"/>
            </a:xfrm>
            <a:custGeom>
              <a:rect b="b" l="l" r="r" t="t"/>
              <a:pathLst>
                <a:path extrusionOk="0" h="127714" w="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115" name="Google Shape;115;p25"/>
            <p:cNvSpPr/>
            <p:nvPr/>
          </p:nvSpPr>
          <p:spPr>
            <a:xfrm>
              <a:off x="11241555" y="446637"/>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type="obj">
  <p:cSld name="OBJECT">
    <p:spTree>
      <p:nvGrpSpPr>
        <p:cNvPr id="116" name="Shape 116"/>
        <p:cNvGrpSpPr/>
        <p:nvPr/>
      </p:nvGrpSpPr>
      <p:grpSpPr>
        <a:xfrm>
          <a:off x="0" y="0"/>
          <a:ext cx="0" cy="0"/>
          <a:chOff x="0" y="0"/>
          <a:chExt cx="0" cy="0"/>
        </a:xfrm>
      </p:grpSpPr>
      <p:sp>
        <p:nvSpPr>
          <p:cNvPr id="117" name="Google Shape;117;p26"/>
          <p:cNvSpPr txBox="1"/>
          <p:nvPr>
            <p:ph type="title"/>
          </p:nvPr>
        </p:nvSpPr>
        <p:spPr>
          <a:xfrm>
            <a:off x="1280160" y="640080"/>
            <a:ext cx="10087699" cy="128016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4000"/>
              <a:buFont typeface="Open Sans"/>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26"/>
          <p:cNvSpPr txBox="1"/>
          <p:nvPr>
            <p:ph idx="12" type="sldNum"/>
          </p:nvPr>
        </p:nvSpPr>
        <p:spPr>
          <a:xfrm>
            <a:off x="486121" y="726630"/>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
        <p:nvSpPr>
          <p:cNvPr id="119" name="Google Shape;119;p26"/>
          <p:cNvSpPr txBox="1"/>
          <p:nvPr>
            <p:ph idx="1" type="body"/>
          </p:nvPr>
        </p:nvSpPr>
        <p:spPr>
          <a:xfrm>
            <a:off x="1280160" y="2103119"/>
            <a:ext cx="10087699" cy="411480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20" name="Google Shape;120;p26"/>
          <p:cNvCxnSpPr/>
          <p:nvPr/>
        </p:nvCxnSpPr>
        <p:spPr>
          <a:xfrm>
            <a:off x="740664" y="1371600"/>
            <a:ext cx="0" cy="5486400"/>
          </a:xfrm>
          <a:prstGeom prst="straightConnector1">
            <a:avLst/>
          </a:prstGeom>
          <a:noFill/>
          <a:ln cap="sq" cmpd="sng" w="25400">
            <a:solidFill>
              <a:schemeClr val="accent2"/>
            </a:solidFill>
            <a:prstDash val="solid"/>
            <a:bevel/>
            <a:headEnd len="sm" w="sm" type="none"/>
            <a:tailEnd len="sm" w="sm" type="none"/>
          </a:ln>
        </p:spPr>
      </p:cxnSp>
      <p:sp>
        <p:nvSpPr>
          <p:cNvPr id="121" name="Google Shape;121;p26"/>
          <p:cNvSpPr txBox="1"/>
          <p:nvPr>
            <p:ph idx="11" type="ftr"/>
          </p:nvPr>
        </p:nvSpPr>
        <p:spPr>
          <a:xfrm>
            <a:off x="1280160" y="6356350"/>
            <a:ext cx="4114800"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rbujas de imagen y título 1">
  <p:cSld name="Burbujas de imagen y título 1">
    <p:bg>
      <p:bgPr>
        <a:gradFill>
          <a:gsLst>
            <a:gs pos="0">
              <a:schemeClr val="accent2"/>
            </a:gs>
            <a:gs pos="100000">
              <a:schemeClr val="accent4"/>
            </a:gs>
          </a:gsLst>
          <a:lin ang="8100000" scaled="0"/>
        </a:gradFill>
      </p:bgPr>
    </p:bg>
    <p:spTree>
      <p:nvGrpSpPr>
        <p:cNvPr id="122" name="Shape 122"/>
        <p:cNvGrpSpPr/>
        <p:nvPr/>
      </p:nvGrpSpPr>
      <p:grpSpPr>
        <a:xfrm>
          <a:off x="0" y="0"/>
          <a:ext cx="0" cy="0"/>
          <a:chOff x="0" y="0"/>
          <a:chExt cx="0" cy="0"/>
        </a:xfrm>
      </p:grpSpPr>
      <p:sp>
        <p:nvSpPr>
          <p:cNvPr id="123" name="Google Shape;123;p27"/>
          <p:cNvSpPr txBox="1"/>
          <p:nvPr>
            <p:ph type="title"/>
          </p:nvPr>
        </p:nvSpPr>
        <p:spPr>
          <a:xfrm>
            <a:off x="2792897" y="585216"/>
            <a:ext cx="8965094" cy="2276856"/>
          </a:xfrm>
          <a:prstGeom prst="rect">
            <a:avLst/>
          </a:prstGeom>
          <a:noFill/>
          <a:ln>
            <a:noFill/>
          </a:ln>
        </p:spPr>
        <p:txBody>
          <a:bodyPr anchorCtr="0" anchor="b" bIns="45700" lIns="0" spcFirstLastPara="1" rIns="0" wrap="square" tIns="0">
            <a:noAutofit/>
          </a:bodyPr>
          <a:lstStyle>
            <a:lvl1pPr lvl="0" algn="r">
              <a:lnSpc>
                <a:spcPct val="100000"/>
              </a:lnSpc>
              <a:spcBef>
                <a:spcPts val="0"/>
              </a:spcBef>
              <a:spcAft>
                <a:spcPts val="0"/>
              </a:spcAft>
              <a:buClr>
                <a:schemeClr val="lt1"/>
              </a:buClr>
              <a:buSzPts val="4800"/>
              <a:buFont typeface="Open Sans"/>
              <a:buNone/>
              <a:defRPr b="1" spc="0"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27"/>
          <p:cNvSpPr/>
          <p:nvPr>
            <p:ph idx="2" type="pic"/>
          </p:nvPr>
        </p:nvSpPr>
        <p:spPr>
          <a:xfrm>
            <a:off x="1371606" y="3205313"/>
            <a:ext cx="3043077" cy="3043083"/>
          </a:xfrm>
          <a:prstGeom prst="rect">
            <a:avLst/>
          </a:prstGeom>
          <a:noFill/>
          <a:ln>
            <a:noFill/>
          </a:ln>
        </p:spPr>
      </p:sp>
      <p:sp>
        <p:nvSpPr>
          <p:cNvPr id="125" name="Google Shape;125;p27"/>
          <p:cNvSpPr txBox="1"/>
          <p:nvPr>
            <p:ph idx="1" type="body"/>
          </p:nvPr>
        </p:nvSpPr>
        <p:spPr>
          <a:xfrm>
            <a:off x="5640609" y="3127248"/>
            <a:ext cx="6117381" cy="3017520"/>
          </a:xfrm>
          <a:prstGeom prst="rect">
            <a:avLst/>
          </a:prstGeom>
          <a:noFill/>
          <a:ln>
            <a:noFill/>
          </a:ln>
        </p:spPr>
        <p:txBody>
          <a:bodyPr anchorCtr="0" anchor="t" bIns="0" lIns="0" spcFirstLastPara="1" rIns="0" wrap="square" tIns="0">
            <a:normAutofit/>
          </a:bodyPr>
          <a:lstStyle>
            <a:lvl1pPr indent="-228600" lvl="0" marL="457200" algn="r">
              <a:lnSpc>
                <a:spcPct val="90000"/>
              </a:lnSpc>
              <a:spcBef>
                <a:spcPts val="1200"/>
              </a:spcBef>
              <a:spcAft>
                <a:spcPts val="0"/>
              </a:spcAft>
              <a:buClr>
                <a:schemeClr val="lt1"/>
              </a:buClr>
              <a:buSzPts val="2400"/>
              <a:buNone/>
              <a:defRPr sz="2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26" name="Google Shape;126;p27"/>
          <p:cNvGrpSpPr/>
          <p:nvPr/>
        </p:nvGrpSpPr>
        <p:grpSpPr>
          <a:xfrm rot="-2985760">
            <a:off x="3975343" y="2819532"/>
            <a:ext cx="465456" cy="581432"/>
            <a:chOff x="7843462" y="2744546"/>
            <a:chExt cx="465456" cy="581432"/>
          </a:xfrm>
        </p:grpSpPr>
        <p:sp>
          <p:nvSpPr>
            <p:cNvPr id="127" name="Google Shape;127;p27"/>
            <p:cNvSpPr/>
            <p:nvPr/>
          </p:nvSpPr>
          <p:spPr>
            <a:xfrm>
              <a:off x="8217780" y="2973840"/>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128" name="Google Shape;128;p27"/>
            <p:cNvSpPr/>
            <p:nvPr/>
          </p:nvSpPr>
          <p:spPr>
            <a:xfrm>
              <a:off x="7859002" y="2744546"/>
              <a:ext cx="139038" cy="139038"/>
            </a:xfrm>
            <a:custGeom>
              <a:rect b="b" l="l" r="r" t="t"/>
              <a:pathLst>
                <a:path extrusionOk="0" h="139038" w="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129" name="Google Shape;129;p27"/>
            <p:cNvSpPr/>
            <p:nvPr/>
          </p:nvSpPr>
          <p:spPr>
            <a:xfrm>
              <a:off x="7843462" y="3198265"/>
              <a:ext cx="127713" cy="127713"/>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grpSp>
      <p:cxnSp>
        <p:nvCxnSpPr>
          <p:cNvPr id="130" name="Google Shape;130;p27"/>
          <p:cNvCxnSpPr/>
          <p:nvPr/>
        </p:nvCxnSpPr>
        <p:spPr>
          <a:xfrm>
            <a:off x="740664" y="3503032"/>
            <a:ext cx="0" cy="3346090"/>
          </a:xfrm>
          <a:prstGeom prst="straightConnector1">
            <a:avLst/>
          </a:prstGeom>
          <a:noFill/>
          <a:ln cap="sq" cmpd="sng" w="25400">
            <a:solidFill>
              <a:schemeClr val="lt1"/>
            </a:solidFill>
            <a:prstDash val="solid"/>
            <a:bevel/>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131" name="Shape 131"/>
        <p:cNvGrpSpPr/>
        <p:nvPr/>
      </p:nvGrpSpPr>
      <p:grpSpPr>
        <a:xfrm>
          <a:off x="0" y="0"/>
          <a:ext cx="0" cy="0"/>
          <a:chOff x="0" y="0"/>
          <a:chExt cx="0" cy="0"/>
        </a:xfrm>
      </p:grpSpPr>
      <p:sp>
        <p:nvSpPr>
          <p:cNvPr id="132" name="Google Shape;132;p28"/>
          <p:cNvSpPr txBox="1"/>
          <p:nvPr>
            <p:ph type="title"/>
          </p:nvPr>
        </p:nvSpPr>
        <p:spPr>
          <a:xfrm>
            <a:off x="838200" y="136525"/>
            <a:ext cx="10515600" cy="1509713"/>
          </a:xfrm>
          <a:prstGeom prst="rect">
            <a:avLst/>
          </a:prstGeom>
          <a:noFill/>
          <a:ln>
            <a:noFill/>
          </a:ln>
        </p:spPr>
        <p:txBody>
          <a:bodyPr anchorCtr="0" anchor="b" bIns="45700" lIns="91425" spcFirstLastPara="1" rIns="91425" wrap="square" tIns="45700">
            <a:noAutofit/>
          </a:bodyPr>
          <a:lstStyle>
            <a:lvl1pPr lvl="0" algn="l">
              <a:lnSpc>
                <a:spcPct val="222222"/>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28"/>
          <p:cNvSpPr txBox="1"/>
          <p:nvPr>
            <p:ph idx="11" type="ftr"/>
          </p:nvPr>
        </p:nvSpPr>
        <p:spPr>
          <a:xfrm>
            <a:off x="7239000" y="6356350"/>
            <a:ext cx="4114800" cy="365125"/>
          </a:xfrm>
          <a:prstGeom prst="rect">
            <a:avLst/>
          </a:prstGeom>
          <a:noFill/>
          <a:ln>
            <a:noFill/>
          </a:ln>
        </p:spPr>
        <p:txBody>
          <a:bodyPr anchorCtr="0" anchor="ctr" bIns="45700" lIns="91425" spcFirstLastPara="1" rIns="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8"/>
          <p:cNvSpPr txBox="1"/>
          <p:nvPr>
            <p:ph idx="12" type="sldNum"/>
          </p:nvPr>
        </p:nvSpPr>
        <p:spPr>
          <a:xfrm>
            <a:off x="484632" y="726630"/>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cxnSp>
        <p:nvCxnSpPr>
          <p:cNvPr id="135" name="Google Shape;135;p28"/>
          <p:cNvCxnSpPr/>
          <p:nvPr/>
        </p:nvCxnSpPr>
        <p:spPr>
          <a:xfrm>
            <a:off x="715890" y="1371600"/>
            <a:ext cx="0" cy="5486400"/>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36" name="Shape 136"/>
        <p:cNvGrpSpPr/>
        <p:nvPr/>
      </p:nvGrpSpPr>
      <p:grpSpPr>
        <a:xfrm>
          <a:off x="0" y="0"/>
          <a:ext cx="0" cy="0"/>
          <a:chOff x="0" y="0"/>
          <a:chExt cx="0" cy="0"/>
        </a:xfrm>
      </p:grpSpPr>
      <p:cxnSp>
        <p:nvCxnSpPr>
          <p:cNvPr id="137" name="Google Shape;137;p29"/>
          <p:cNvCxnSpPr/>
          <p:nvPr/>
        </p:nvCxnSpPr>
        <p:spPr>
          <a:xfrm>
            <a:off x="715890" y="1371600"/>
            <a:ext cx="0" cy="5486400"/>
          </a:xfrm>
          <a:prstGeom prst="straightConnector1">
            <a:avLst/>
          </a:prstGeom>
          <a:noFill/>
          <a:ln cap="sq" cmpd="sng" w="25400">
            <a:solidFill>
              <a:schemeClr val="accent2"/>
            </a:solidFill>
            <a:prstDash val="solid"/>
            <a:bevel/>
            <a:headEnd len="sm" w="sm" type="none"/>
            <a:tailEnd len="sm" w="sm" type="none"/>
          </a:ln>
        </p:spPr>
      </p:cxnSp>
      <p:sp>
        <p:nvSpPr>
          <p:cNvPr id="138" name="Google Shape;138;p29"/>
          <p:cNvSpPr txBox="1"/>
          <p:nvPr>
            <p:ph idx="11" type="ftr"/>
          </p:nvPr>
        </p:nvSpPr>
        <p:spPr>
          <a:xfrm>
            <a:off x="7238999" y="6356350"/>
            <a:ext cx="4114800" cy="365125"/>
          </a:xfrm>
          <a:prstGeom prst="rect">
            <a:avLst/>
          </a:prstGeom>
          <a:noFill/>
          <a:ln>
            <a:noFill/>
          </a:ln>
        </p:spPr>
        <p:txBody>
          <a:bodyPr anchorCtr="0" anchor="ctr" bIns="45700" lIns="91425" spcFirstLastPara="1" rIns="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29"/>
          <p:cNvSpPr txBox="1"/>
          <p:nvPr>
            <p:ph idx="12" type="sldNum"/>
          </p:nvPr>
        </p:nvSpPr>
        <p:spPr>
          <a:xfrm>
            <a:off x="486121" y="726630"/>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1435394" y="1"/>
            <a:ext cx="9918405" cy="164623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4000"/>
              <a:buFont typeface="Open Sans"/>
              <a:buNone/>
              <a:defRPr b="0" i="0" sz="4000" u="none" cap="none" strike="noStrike">
                <a:solidFill>
                  <a:schemeClr val="dk1"/>
                </a:solidFill>
                <a:latin typeface="Open Sans"/>
                <a:ea typeface="Open Sans"/>
                <a:cs typeface="Open Sans"/>
                <a:sym typeface="Open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1435394" y="1825625"/>
            <a:ext cx="9918405"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Open Sans"/>
                <a:ea typeface="Open Sans"/>
                <a:cs typeface="Open Sans"/>
                <a:sym typeface="Open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
        <p:nvSpPr>
          <p:cNvPr id="12" name="Google Shape;12;p14"/>
          <p:cNvSpPr txBox="1"/>
          <p:nvPr>
            <p:ph idx="12" type="sldNum"/>
          </p:nvPr>
        </p:nvSpPr>
        <p:spPr>
          <a:xfrm>
            <a:off x="486121" y="726630"/>
            <a:ext cx="520991" cy="517379"/>
          </a:xfrm>
          <a:prstGeom prst="rect">
            <a:avLst/>
          </a:prstGeom>
          <a:noFill/>
          <a:ln>
            <a:noFill/>
          </a:ln>
        </p:spPr>
        <p:txBody>
          <a:bodyPr anchorCtr="0" anchor="t" bIns="0" lIns="0" spcFirstLastPara="1" rIns="0" wrap="square" tIns="0">
            <a:noAutofit/>
          </a:bodyPr>
          <a:lstStyle>
            <a:lvl1pPr indent="0" lvl="0" marL="0" marR="0" rtl="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rtl="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rtl="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rtl="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rtl="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rtl="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rtl="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rtl="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rtl="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
        <p:nvSpPr>
          <p:cNvPr id="13" name="Google Shape;13;p14"/>
          <p:cNvSpPr txBox="1"/>
          <p:nvPr>
            <p:ph idx="10" type="dt"/>
          </p:nvPr>
        </p:nvSpPr>
        <p:spPr>
          <a:xfrm>
            <a:off x="1435394" y="6356350"/>
            <a:ext cx="2743200" cy="365125"/>
          </a:xfrm>
          <a:prstGeom prst="rect">
            <a:avLst/>
          </a:prstGeom>
          <a:noFill/>
          <a:ln>
            <a:noFill/>
          </a:ln>
        </p:spPr>
        <p:txBody>
          <a:bodyPr anchorCtr="0" anchor="ctr" bIns="45700" lIns="0"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Open Sans"/>
                <a:ea typeface="Open Sans"/>
                <a:cs typeface="Open Sans"/>
                <a:sym typeface="Open Sans"/>
              </a:defRPr>
            </a:lvl1pPr>
            <a:lvl2pPr lvl="1"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2pPr>
            <a:lvl3pPr lvl="2"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3pPr>
            <a:lvl4pPr lvl="3"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4pPr>
            <a:lvl5pPr lvl="4"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5pPr>
            <a:lvl6pPr lvl="5"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6pPr>
            <a:lvl7pPr lvl="6"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7pPr>
            <a:lvl8pPr lvl="7"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8pPr>
            <a:lvl9pPr lvl="8"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9pPr>
          </a:lstStyle>
          <a:p/>
        </p:txBody>
      </p:sp>
      <p:sp>
        <p:nvSpPr>
          <p:cNvPr id="14" name="Google Shape;14;p14"/>
          <p:cNvSpPr txBox="1"/>
          <p:nvPr>
            <p:ph idx="11" type="ftr"/>
          </p:nvPr>
        </p:nvSpPr>
        <p:spPr>
          <a:xfrm>
            <a:off x="7238999" y="6356350"/>
            <a:ext cx="4114800" cy="365125"/>
          </a:xfrm>
          <a:prstGeom prst="rect">
            <a:avLst/>
          </a:prstGeom>
          <a:noFill/>
          <a:ln>
            <a:noFill/>
          </a:ln>
        </p:spPr>
        <p:txBody>
          <a:bodyPr anchorCtr="0" anchor="ctr" bIns="45700" lIns="91425" spcFirstLastPara="1" rIns="0" wrap="square" tIns="45700">
            <a:noAutofit/>
          </a:bodyPr>
          <a:lstStyle>
            <a:lvl1pPr lvl="0" marR="0" rtl="0" algn="r">
              <a:spcBef>
                <a:spcPts val="0"/>
              </a:spcBef>
              <a:spcAft>
                <a:spcPts val="0"/>
              </a:spcAft>
              <a:buSzPts val="1400"/>
              <a:buNone/>
              <a:defRPr b="0" i="0" sz="1200" u="none" cap="none" strike="noStrike">
                <a:solidFill>
                  <a:srgbClr val="888888"/>
                </a:solidFill>
                <a:latin typeface="Open Sans"/>
                <a:ea typeface="Open Sans"/>
                <a:cs typeface="Open Sans"/>
                <a:sym typeface="Open Sans"/>
              </a:defRPr>
            </a:lvl1pPr>
            <a:lvl2pPr lvl="1"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2pPr>
            <a:lvl3pPr lvl="2"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3pPr>
            <a:lvl4pPr lvl="3"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4pPr>
            <a:lvl5pPr lvl="4"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5pPr>
            <a:lvl6pPr lvl="5"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6pPr>
            <a:lvl7pPr lvl="6"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7pPr>
            <a:lvl8pPr lvl="7"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8pPr>
            <a:lvl9pPr lvl="8"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5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6.png"/><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5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5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3.png"/><Relationship Id="rId4" Type="http://schemas.openxmlformats.org/officeDocument/2006/relationships/image" Target="../media/image4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5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
          <p:cNvSpPr txBox="1"/>
          <p:nvPr>
            <p:ph type="ctrTitle"/>
          </p:nvPr>
        </p:nvSpPr>
        <p:spPr>
          <a:xfrm>
            <a:off x="1280159" y="357809"/>
            <a:ext cx="7983110" cy="308033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chemeClr val="lt1"/>
              </a:buClr>
              <a:buSzPts val="5400"/>
              <a:buFont typeface="Open Sans"/>
              <a:buNone/>
            </a:pPr>
            <a:r>
              <a:rPr b="1" i="0" lang="es-ES" spc="0" sz="5400" u="none" cap="none" strike="noStrike">
                <a:solidFill>
                  <a:schemeClr val="lt1"/>
                </a:solidFill>
                <a:latin typeface="Open Sans"/>
                <a:ea typeface="Open Sans"/>
                <a:cs typeface="Open Sans"/>
                <a:sym typeface="Open Sans"/>
              </a:rPr>
              <a:t>SQL SERVER/P07R01</a:t>
            </a:r>
            <a:br>
              <a:rPr b="1" i="0" lang="es-ES" spc="0" sz="5400" u="none" cap="none" strike="noStrike">
                <a:solidFill>
                  <a:schemeClr val="lt1"/>
                </a:solidFill>
                <a:latin typeface="Open Sans"/>
                <a:ea typeface="Open Sans"/>
                <a:cs typeface="Open Sans"/>
                <a:sym typeface="Open Sans"/>
              </a:rPr>
            </a:br>
            <a:br>
              <a:rPr b="1" i="0" lang="es-ES" spc="0" sz="5400" u="none" cap="none" strike="noStrike">
                <a:solidFill>
                  <a:schemeClr val="lt1"/>
                </a:solidFill>
                <a:latin typeface="Open Sans"/>
                <a:ea typeface="Open Sans"/>
                <a:cs typeface="Open Sans"/>
                <a:sym typeface="Open Sans"/>
              </a:rPr>
            </a:br>
            <a:r>
              <a:rPr b="1" i="0" lang="es-ES" spc="0" sz="4000" u="none" cap="none" strike="noStrike">
                <a:solidFill>
                  <a:schemeClr val="lt1"/>
                </a:solidFill>
                <a:latin typeface="Open Sans"/>
                <a:ea typeface="Open Sans"/>
                <a:cs typeface="Open Sans"/>
                <a:sym typeface="Open Sans"/>
              </a:rPr>
              <a:t>JOSE ANGEL GARCIA JUAREZ</a:t>
            </a:r>
            <a:endParaRPr b="1" i="0" spc="0" sz="5400" u="none" cap="none" strike="noStrike">
              <a:solidFill>
                <a:schemeClr val="lt1"/>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
          <p:cNvSpPr txBox="1"/>
          <p:nvPr>
            <p:ph type="title"/>
          </p:nvPr>
        </p:nvSpPr>
        <p:spPr>
          <a:xfrm>
            <a:off x="5116544" y="614202"/>
            <a:ext cx="5918072" cy="2276856"/>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4000"/>
              <a:buFont typeface="Open Sans"/>
              <a:buNone/>
            </a:pPr>
            <a:r>
              <a:rPr b="1" i="0" lang="es-ES" spc="0" sz="4000" u="none" cap="none" strike="noStrike">
                <a:solidFill>
                  <a:schemeClr val="lt1"/>
                </a:solidFill>
                <a:latin typeface="Open Sans"/>
                <a:ea typeface="Open Sans"/>
                <a:cs typeface="Open Sans"/>
                <a:sym typeface="Open Sans"/>
              </a:rPr>
              <a:t>SCRIPTS DE CREACION Y CARGA</a:t>
            </a:r>
            <a:endParaRPr/>
          </a:p>
        </p:txBody>
      </p:sp>
      <p:pic>
        <p:nvPicPr>
          <p:cNvPr descr="Montañas al atardecer" id="152" name="Google Shape;152;p2"/>
          <p:cNvPicPr preferRelativeResize="0"/>
          <p:nvPr>
            <p:ph idx="2" type="pic"/>
          </p:nvPr>
        </p:nvPicPr>
        <p:blipFill rotWithShape="1">
          <a:blip r:embed="rId3">
            <a:alphaModFix/>
          </a:blip>
          <a:srcRect b="21" l="0" r="0" t="21"/>
          <a:stretch/>
        </p:blipFill>
        <p:spPr>
          <a:xfrm>
            <a:off x="1280160" y="2530058"/>
            <a:ext cx="3707972" cy="370797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Se crea la base de datos GenOctCCR para el proyecto de N capas</a:t>
            </a:r>
            <a:endParaRPr/>
          </a:p>
        </p:txBody>
      </p:sp>
      <p:pic>
        <p:nvPicPr>
          <p:cNvPr id="159" name="Google Shape;159;p3"/>
          <p:cNvPicPr preferRelativeResize="0"/>
          <p:nvPr/>
        </p:nvPicPr>
        <p:blipFill rotWithShape="1">
          <a:blip r:embed="rId3">
            <a:alphaModFix/>
          </a:blip>
          <a:srcRect b="0" l="0" r="0" t="0"/>
          <a:stretch/>
        </p:blipFill>
        <p:spPr>
          <a:xfrm>
            <a:off x="6837681" y="2388475"/>
            <a:ext cx="5018500" cy="2081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4"/>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Se crean las tablas para la Base de Datos de GenOctCCR</a:t>
            </a:r>
            <a:endParaRPr b="0" i="0" sz="1800" u="none" cap="none" strike="noStrike">
              <a:solidFill>
                <a:schemeClr val="dk1"/>
              </a:solidFill>
              <a:latin typeface="Open Sans"/>
              <a:ea typeface="Open Sans"/>
              <a:cs typeface="Open Sans"/>
              <a:sym typeface="Open Sans"/>
            </a:endParaRPr>
          </a:p>
        </p:txBody>
      </p:sp>
      <p:pic>
        <p:nvPicPr>
          <p:cNvPr id="166" name="Google Shape;166;p4"/>
          <p:cNvPicPr preferRelativeResize="0"/>
          <p:nvPr/>
        </p:nvPicPr>
        <p:blipFill rotWithShape="1">
          <a:blip r:embed="rId3">
            <a:alphaModFix/>
          </a:blip>
          <a:srcRect b="0" l="0" r="0" t="0"/>
          <a:stretch/>
        </p:blipFill>
        <p:spPr>
          <a:xfrm>
            <a:off x="6425168" y="2529840"/>
            <a:ext cx="5766832" cy="222122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Se lleva a cabo la carga inicial de datos</a:t>
            </a:r>
            <a:endParaRPr/>
          </a:p>
        </p:txBody>
      </p:sp>
      <p:pic>
        <p:nvPicPr>
          <p:cNvPr id="173" name="Google Shape;173;p5"/>
          <p:cNvPicPr preferRelativeResize="0"/>
          <p:nvPr/>
        </p:nvPicPr>
        <p:blipFill rotWithShape="1">
          <a:blip r:embed="rId3">
            <a:alphaModFix/>
          </a:blip>
          <a:srcRect b="0" l="0" r="0" t="0"/>
          <a:stretch/>
        </p:blipFill>
        <p:spPr>
          <a:xfrm>
            <a:off x="7212136" y="1452891"/>
            <a:ext cx="4217132" cy="395221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6"/>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Se crean las vistas para acceder a información en el tiempo de ejecución y que esta guarde ese select para cuando se mande llamar, muestre la informacion</a:t>
            </a:r>
            <a:endParaRPr b="0" i="0" sz="1800" u="none" cap="none" strike="noStrike">
              <a:solidFill>
                <a:schemeClr val="dk1"/>
              </a:solidFill>
              <a:latin typeface="Open Sans"/>
              <a:ea typeface="Open Sans"/>
              <a:cs typeface="Open Sans"/>
              <a:sym typeface="Open Sans"/>
            </a:endParaRPr>
          </a:p>
        </p:txBody>
      </p:sp>
      <p:pic>
        <p:nvPicPr>
          <p:cNvPr id="180" name="Google Shape;180;p6"/>
          <p:cNvPicPr preferRelativeResize="0"/>
          <p:nvPr/>
        </p:nvPicPr>
        <p:blipFill rotWithShape="1">
          <a:blip r:embed="rId3">
            <a:alphaModFix/>
          </a:blip>
          <a:srcRect b="0" l="0" r="0" t="0"/>
          <a:stretch/>
        </p:blipFill>
        <p:spPr>
          <a:xfrm>
            <a:off x="6846474" y="1940482"/>
            <a:ext cx="4888326" cy="393735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7"/>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Se crean los Stored Procedure </a:t>
            </a:r>
            <a:endParaRPr/>
          </a:p>
        </p:txBody>
      </p:sp>
      <p:pic>
        <p:nvPicPr>
          <p:cNvPr id="187" name="Google Shape;187;p7"/>
          <p:cNvPicPr preferRelativeResize="0"/>
          <p:nvPr/>
        </p:nvPicPr>
        <p:blipFill rotWithShape="1">
          <a:blip r:embed="rId3">
            <a:alphaModFix/>
          </a:blip>
          <a:srcRect b="0" l="0" r="0" t="0"/>
          <a:stretch/>
        </p:blipFill>
        <p:spPr>
          <a:xfrm>
            <a:off x="6953069" y="279376"/>
            <a:ext cx="4275545" cy="4229157"/>
          </a:xfrm>
          <a:prstGeom prst="rect">
            <a:avLst/>
          </a:prstGeom>
          <a:noFill/>
          <a:ln>
            <a:noFill/>
          </a:ln>
        </p:spPr>
      </p:pic>
      <p:pic>
        <p:nvPicPr>
          <p:cNvPr id="188" name="Google Shape;188;p7"/>
          <p:cNvPicPr preferRelativeResize="0"/>
          <p:nvPr/>
        </p:nvPicPr>
        <p:blipFill rotWithShape="1">
          <a:blip r:embed="rId4">
            <a:alphaModFix/>
          </a:blip>
          <a:srcRect b="0" l="0" r="0" t="0"/>
          <a:stretch/>
        </p:blipFill>
        <p:spPr>
          <a:xfrm>
            <a:off x="3178495" y="3708376"/>
            <a:ext cx="3269839" cy="31496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8"/>
          <p:cNvSpPr txBox="1"/>
          <p:nvPr>
            <p:ph type="title"/>
          </p:nvPr>
        </p:nvSpPr>
        <p:spPr>
          <a:xfrm>
            <a:off x="5116544" y="614202"/>
            <a:ext cx="5918072" cy="2276856"/>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4000"/>
              <a:buFont typeface="Open Sans"/>
              <a:buNone/>
            </a:pPr>
            <a:r>
              <a:rPr b="1" i="0" lang="es-ES" spc="0" sz="4000" u="none" cap="none" strike="noStrike">
                <a:solidFill>
                  <a:schemeClr val="lt1"/>
                </a:solidFill>
                <a:latin typeface="Open Sans"/>
                <a:ea typeface="Open Sans"/>
                <a:cs typeface="Open Sans"/>
                <a:sym typeface="Open Sans"/>
              </a:rPr>
              <a:t>SCRIPTS DE CONTINGENCIA</a:t>
            </a:r>
            <a:endParaRPr/>
          </a:p>
        </p:txBody>
      </p:sp>
      <p:pic>
        <p:nvPicPr>
          <p:cNvPr descr="Montañas al atardecer" id="195" name="Google Shape;195;p8"/>
          <p:cNvPicPr preferRelativeResize="0"/>
          <p:nvPr>
            <p:ph idx="2" type="pic"/>
          </p:nvPr>
        </p:nvPicPr>
        <p:blipFill rotWithShape="1">
          <a:blip r:embed="rId3">
            <a:alphaModFix/>
          </a:blip>
          <a:srcRect b="21" l="0" r="0" t="21"/>
          <a:stretch/>
        </p:blipFill>
        <p:spPr>
          <a:xfrm>
            <a:off x="1280160" y="2530058"/>
            <a:ext cx="3707972" cy="370797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9"/>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Eliminamos primero los Stored Procedures</a:t>
            </a:r>
            <a:endParaRPr b="0" i="0" sz="1800" u="none" cap="none" strike="noStrike">
              <a:solidFill>
                <a:schemeClr val="dk1"/>
              </a:solidFill>
              <a:latin typeface="Open Sans"/>
              <a:ea typeface="Open Sans"/>
              <a:cs typeface="Open Sans"/>
              <a:sym typeface="Open Sans"/>
            </a:endParaRPr>
          </a:p>
        </p:txBody>
      </p:sp>
      <p:pic>
        <p:nvPicPr>
          <p:cNvPr id="202" name="Google Shape;202;p9"/>
          <p:cNvPicPr preferRelativeResize="0"/>
          <p:nvPr/>
        </p:nvPicPr>
        <p:blipFill rotWithShape="1">
          <a:blip r:embed="rId3">
            <a:alphaModFix/>
          </a:blip>
          <a:srcRect b="0" l="0" r="0" t="0"/>
          <a:stretch/>
        </p:blipFill>
        <p:spPr>
          <a:xfrm>
            <a:off x="6989983" y="1648352"/>
            <a:ext cx="3759393" cy="419121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0"/>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Eliminamos como parte de las buenas practicas, las vistas o views</a:t>
            </a:r>
            <a:endParaRPr b="0" i="0" sz="1800" u="none" cap="none" strike="noStrike">
              <a:solidFill>
                <a:schemeClr val="dk1"/>
              </a:solidFill>
              <a:latin typeface="Open Sans"/>
              <a:ea typeface="Open Sans"/>
              <a:cs typeface="Open Sans"/>
              <a:sym typeface="Open Sans"/>
            </a:endParaRPr>
          </a:p>
        </p:txBody>
      </p:sp>
      <p:pic>
        <p:nvPicPr>
          <p:cNvPr id="209" name="Google Shape;209;p10"/>
          <p:cNvPicPr preferRelativeResize="0"/>
          <p:nvPr/>
        </p:nvPicPr>
        <p:blipFill rotWithShape="1">
          <a:blip r:embed="rId3">
            <a:alphaModFix/>
          </a:blip>
          <a:srcRect b="0" l="0" r="0" t="0"/>
          <a:stretch/>
        </p:blipFill>
        <p:spPr>
          <a:xfrm>
            <a:off x="6847840" y="1855754"/>
            <a:ext cx="4236720" cy="335767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1"/>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Eliminamos primero todos los registros para poder eliminar posteriormente las tablas</a:t>
            </a:r>
            <a:endParaRPr/>
          </a:p>
          <a:p>
            <a:pPr indent="0" lvl="0" marL="0" marR="0" rtl="0" algn="l">
              <a:lnSpc>
                <a:spcPct val="90000"/>
              </a:lnSpc>
              <a:spcBef>
                <a:spcPts val="1200"/>
              </a:spcBef>
              <a:spcAft>
                <a:spcPts val="0"/>
              </a:spcAft>
              <a:buClr>
                <a:schemeClr val="dk1"/>
              </a:buClr>
              <a:buSzPts val="1800"/>
              <a:buFont typeface="Arial"/>
              <a:buNone/>
            </a:pPr>
            <a:r>
              <a:t/>
            </a:r>
            <a:endParaRPr b="0" i="0" sz="1800" u="none" cap="none" strike="noStrike">
              <a:solidFill>
                <a:schemeClr val="dk1"/>
              </a:solidFill>
              <a:latin typeface="Open Sans"/>
              <a:ea typeface="Open Sans"/>
              <a:cs typeface="Open Sans"/>
              <a:sym typeface="Open Sans"/>
            </a:endParaRPr>
          </a:p>
        </p:txBody>
      </p:sp>
      <p:pic>
        <p:nvPicPr>
          <p:cNvPr id="216" name="Google Shape;216;p11"/>
          <p:cNvPicPr preferRelativeResize="0"/>
          <p:nvPr/>
        </p:nvPicPr>
        <p:blipFill rotWithShape="1">
          <a:blip r:embed="rId3">
            <a:alphaModFix/>
          </a:blip>
          <a:srcRect b="0" l="0" r="0" t="0"/>
          <a:stretch/>
        </p:blipFill>
        <p:spPr>
          <a:xfrm>
            <a:off x="6818501" y="1645185"/>
            <a:ext cx="5016758" cy="3892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2"/>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Gracias a que ya eliminamos los registros</a:t>
            </a:r>
            <a:endParaRPr/>
          </a:p>
          <a:p>
            <a:pPr indent="0" lvl="0" marL="0" marR="0" rtl="0" algn="l">
              <a:lnSpc>
                <a:spcPct val="90000"/>
              </a:lnSpc>
              <a:spcBef>
                <a:spcPts val="120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Se puede ahora eliminar las tablas.</a:t>
            </a:r>
            <a:endParaRPr/>
          </a:p>
        </p:txBody>
      </p:sp>
      <p:pic>
        <p:nvPicPr>
          <p:cNvPr id="223" name="Google Shape;223;p12"/>
          <p:cNvPicPr preferRelativeResize="0"/>
          <p:nvPr/>
        </p:nvPicPr>
        <p:blipFill rotWithShape="1">
          <a:blip r:embed="rId3">
            <a:alphaModFix/>
          </a:blip>
          <a:srcRect b="0" l="0" r="0" t="0"/>
          <a:stretch/>
        </p:blipFill>
        <p:spPr>
          <a:xfrm>
            <a:off x="6459133" y="2671457"/>
            <a:ext cx="5407747" cy="128078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3"/>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Eliminamos la base de datos como ultimo paso</a:t>
            </a:r>
            <a:endParaRPr/>
          </a:p>
        </p:txBody>
      </p:sp>
      <p:pic>
        <p:nvPicPr>
          <p:cNvPr id="230" name="Google Shape;230;p13"/>
          <p:cNvPicPr preferRelativeResize="0"/>
          <p:nvPr/>
        </p:nvPicPr>
        <p:blipFill rotWithShape="1">
          <a:blip r:embed="rId3">
            <a:alphaModFix/>
          </a:blip>
          <a:srcRect b="0" l="0" r="0" t="0"/>
          <a:stretch/>
        </p:blipFill>
        <p:spPr>
          <a:xfrm>
            <a:off x="6831844" y="1981201"/>
            <a:ext cx="4896656" cy="313888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h7d36fa142dfa4af7_0_0"/>
          <p:cNvSpPr txBox="1"/>
          <p:nvPr>
            <p:ph type="title"/>
          </p:nvPr>
        </p:nvSpPr>
        <p:spPr>
          <a:xfrm>
            <a:off x="5116544" y="614202"/>
            <a:ext cx="5918100" cy="2277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4000"/>
              <a:buFont typeface="Open Sans"/>
              <a:buNone/>
            </a:pPr>
            <a:r>
              <a:t/>
            </a:r>
            <a:endParaRPr/>
          </a:p>
          <a:p>
            <a:pPr indent="0" lvl="0" marL="0" marR="0" rtl="0" algn="r">
              <a:lnSpc>
                <a:spcPct val="100000"/>
              </a:lnSpc>
              <a:spcBef>
                <a:spcPts val="0"/>
              </a:spcBef>
              <a:spcAft>
                <a:spcPts val="0"/>
              </a:spcAft>
              <a:buClr>
                <a:schemeClr val="lt1"/>
              </a:buClr>
              <a:buSzPts val="4000"/>
              <a:buFont typeface="Open Sans"/>
              <a:buNone/>
            </a:pPr>
            <a:r>
              <a:t/>
            </a:r>
            <a:endParaRPr/>
          </a:p>
          <a:p>
            <a:pPr indent="0" lvl="0" marL="0" marR="0" rtl="0" algn="r">
              <a:lnSpc>
                <a:spcPct val="100000"/>
              </a:lnSpc>
              <a:spcBef>
                <a:spcPts val="0"/>
              </a:spcBef>
              <a:spcAft>
                <a:spcPts val="0"/>
              </a:spcAft>
              <a:buClr>
                <a:schemeClr val="lt1"/>
              </a:buClr>
              <a:buSzPts val="4000"/>
              <a:buFont typeface="Open Sans"/>
              <a:buNone/>
            </a:pPr>
            <a:r>
              <a:rPr lang="es-ES"/>
              <a:t>NCapas</a:t>
            </a:r>
            <a:endParaRPr/>
          </a:p>
          <a:p>
            <a:pPr indent="0" lvl="0" marL="0" marR="0" rtl="0" algn="r">
              <a:lnSpc>
                <a:spcPct val="100000"/>
              </a:lnSpc>
              <a:spcBef>
                <a:spcPts val="0"/>
              </a:spcBef>
              <a:spcAft>
                <a:spcPts val="0"/>
              </a:spcAft>
              <a:buClr>
                <a:schemeClr val="lt1"/>
              </a:buClr>
              <a:buSzPts val="4000"/>
              <a:buFont typeface="Open Sans"/>
              <a:buNone/>
            </a:pPr>
            <a:r>
              <a:rPr lang="es-ES"/>
              <a:t>Funcionamiento de WebForms</a:t>
            </a:r>
            <a:endParaRPr/>
          </a:p>
        </p:txBody>
      </p:sp>
      <p:pic>
        <p:nvPicPr>
          <p:cNvPr descr="Montañas al atardecer" id="237" name="Google Shape;237;h7d36fa142dfa4af7_0_0"/>
          <p:cNvPicPr preferRelativeResize="0"/>
          <p:nvPr>
            <p:ph idx="2" type="pic"/>
          </p:nvPr>
        </p:nvPicPr>
        <p:blipFill rotWithShape="1">
          <a:blip r:embed="rId3">
            <a:alphaModFix/>
          </a:blip>
          <a:srcRect b="20" l="0" r="0" t="20"/>
          <a:stretch/>
        </p:blipFill>
        <p:spPr>
          <a:xfrm>
            <a:off x="1280160" y="2530058"/>
            <a:ext cx="3707972" cy="370797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h7d36fa142dfa4af7_0_6"/>
          <p:cNvSpPr txBox="1"/>
          <p:nvPr>
            <p:ph idx="2" type="body"/>
          </p:nvPr>
        </p:nvSpPr>
        <p:spPr>
          <a:xfrm>
            <a:off x="1280160" y="3231472"/>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La primer pestaña que nos aguarda es la de Inicio. Donde nos dira un resumen general como choferes, rutas, camiones y distancia recorrida hasta el momento</a:t>
            </a:r>
            <a:endParaRPr/>
          </a:p>
        </p:txBody>
      </p:sp>
      <p:pic>
        <p:nvPicPr>
          <p:cNvPr id="244" name="Google Shape;244;h7d36fa142dfa4af7_0_6"/>
          <p:cNvPicPr preferRelativeResize="0"/>
          <p:nvPr/>
        </p:nvPicPr>
        <p:blipFill>
          <a:blip r:embed="rId3">
            <a:alphaModFix/>
          </a:blip>
          <a:stretch>
            <a:fillRect/>
          </a:stretch>
        </p:blipFill>
        <p:spPr>
          <a:xfrm>
            <a:off x="6443449" y="2445875"/>
            <a:ext cx="5748552" cy="2583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h7d36fa142dfa4af7_0_13"/>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La siguiente pestaña es dedicada a </a:t>
            </a:r>
            <a:r>
              <a:rPr lang="es-ES"/>
              <a:t>vehículos</a:t>
            </a:r>
            <a:r>
              <a:rPr lang="es-ES"/>
              <a:t> donde nos muestra los que tenemos registrados y la </a:t>
            </a:r>
            <a:r>
              <a:rPr lang="es-ES"/>
              <a:t>información</a:t>
            </a:r>
            <a:r>
              <a:rPr lang="es-ES"/>
              <a:t> de estos (como marca, disponibilidad, etc.)</a:t>
            </a:r>
            <a:endParaRPr/>
          </a:p>
        </p:txBody>
      </p:sp>
      <p:pic>
        <p:nvPicPr>
          <p:cNvPr id="251" name="Google Shape;251;h7d36fa142dfa4af7_0_13"/>
          <p:cNvPicPr preferRelativeResize="0"/>
          <p:nvPr/>
        </p:nvPicPr>
        <p:blipFill>
          <a:blip r:embed="rId3">
            <a:alphaModFix/>
          </a:blip>
          <a:stretch>
            <a:fillRect/>
          </a:stretch>
        </p:blipFill>
        <p:spPr>
          <a:xfrm>
            <a:off x="6304625" y="2102525"/>
            <a:ext cx="5887376" cy="25878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h7d36fa142dfa4af7_0_20"/>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alguno de estos en el </a:t>
            </a:r>
            <a:r>
              <a:rPr lang="es-ES"/>
              <a:t>botón</a:t>
            </a:r>
            <a:r>
              <a:rPr lang="es-ES"/>
              <a:t> editar nos </a:t>
            </a:r>
            <a:r>
              <a:rPr lang="es-ES"/>
              <a:t>abrirá</a:t>
            </a:r>
            <a:r>
              <a:rPr lang="es-ES"/>
              <a:t> un modal con los campos a cambiar y guardar </a:t>
            </a:r>
            <a:r>
              <a:rPr lang="es-ES"/>
              <a:t>modificación</a:t>
            </a:r>
            <a:endParaRPr/>
          </a:p>
        </p:txBody>
      </p:sp>
      <p:pic>
        <p:nvPicPr>
          <p:cNvPr id="258" name="Google Shape;258;h7d36fa142dfa4af7_0_20"/>
          <p:cNvPicPr preferRelativeResize="0"/>
          <p:nvPr/>
        </p:nvPicPr>
        <p:blipFill>
          <a:blip r:embed="rId3">
            <a:alphaModFix/>
          </a:blip>
          <a:stretch>
            <a:fillRect/>
          </a:stretch>
        </p:blipFill>
        <p:spPr>
          <a:xfrm>
            <a:off x="7289877" y="949325"/>
            <a:ext cx="4249224" cy="49593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h7d36fa142dfa4af7_0_27"/>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el </a:t>
            </a:r>
            <a:r>
              <a:rPr lang="es-ES"/>
              <a:t>botón</a:t>
            </a:r>
            <a:r>
              <a:rPr lang="es-ES"/>
              <a:t> eliminar nos </a:t>
            </a:r>
            <a:r>
              <a:rPr lang="es-ES"/>
              <a:t>abrirá</a:t>
            </a:r>
            <a:r>
              <a:rPr lang="es-ES"/>
              <a:t> un modal para confirmar la </a:t>
            </a:r>
            <a:r>
              <a:rPr lang="es-ES"/>
              <a:t>acción</a:t>
            </a:r>
            <a:r>
              <a:rPr lang="es-ES"/>
              <a:t> en caso de que </a:t>
            </a:r>
            <a:r>
              <a:rPr lang="es-ES"/>
              <a:t>así</a:t>
            </a:r>
            <a:r>
              <a:rPr lang="es-ES"/>
              <a:t> se desee.</a:t>
            </a:r>
            <a:endParaRPr/>
          </a:p>
        </p:txBody>
      </p:sp>
      <p:pic>
        <p:nvPicPr>
          <p:cNvPr id="265" name="Google Shape;265;h7d36fa142dfa4af7_0_27"/>
          <p:cNvPicPr preferRelativeResize="0"/>
          <p:nvPr/>
        </p:nvPicPr>
        <p:blipFill>
          <a:blip r:embed="rId3">
            <a:alphaModFix/>
          </a:blip>
          <a:stretch>
            <a:fillRect/>
          </a:stretch>
        </p:blipFill>
        <p:spPr>
          <a:xfrm>
            <a:off x="6508750" y="1725300"/>
            <a:ext cx="5604125" cy="35603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h7d36fa142dfa4af7_0_35"/>
          <p:cNvPicPr preferRelativeResize="0"/>
          <p:nvPr/>
        </p:nvPicPr>
        <p:blipFill>
          <a:blip r:embed="rId3">
            <a:alphaModFix/>
          </a:blip>
          <a:stretch>
            <a:fillRect/>
          </a:stretch>
        </p:blipFill>
        <p:spPr>
          <a:xfrm>
            <a:off x="6746450" y="1865650"/>
            <a:ext cx="4954909" cy="3740901"/>
          </a:xfrm>
          <a:prstGeom prst="rect">
            <a:avLst/>
          </a:prstGeom>
          <a:noFill/>
          <a:ln>
            <a:noFill/>
          </a:ln>
        </p:spPr>
      </p:pic>
      <p:sp>
        <p:nvSpPr>
          <p:cNvPr id="272" name="Google Shape;272;h7d36fa142dfa4af7_0_35"/>
          <p:cNvSpPr txBox="1"/>
          <p:nvPr>
            <p:ph idx="2" type="body"/>
          </p:nvPr>
        </p:nvSpPr>
        <p:spPr>
          <a:xfrm>
            <a:off x="906860"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Al darl en el boton agregar te permitira agregar un nuevo vehiculo y guardarlo con los datos necesarios.</a:t>
            </a:r>
            <a:endParaRPr/>
          </a:p>
          <a:p>
            <a:pPr indent="0" lvl="0" marL="0" marR="0" rtl="0" algn="l">
              <a:lnSpc>
                <a:spcPct val="90000"/>
              </a:lnSpc>
              <a:spcBef>
                <a:spcPts val="0"/>
              </a:spcBef>
              <a:spcAft>
                <a:spcPts val="0"/>
              </a:spcAft>
              <a:buClr>
                <a:schemeClr val="dk1"/>
              </a:buClr>
              <a:buSzPts val="1800"/>
              <a:buFont typeface="Arial"/>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h7d36fa142dfa4af7_0_49"/>
          <p:cNvSpPr txBox="1"/>
          <p:nvPr>
            <p:ph idx="2" type="body"/>
          </p:nvPr>
        </p:nvSpPr>
        <p:spPr>
          <a:xfrm>
            <a:off x="906860"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Ahora pasamos a la siguiente seccion del sidebar que es el panel de choferes</a:t>
            </a:r>
            <a:endParaRPr/>
          </a:p>
          <a:p>
            <a:pPr indent="0" lvl="0" marL="0" marR="0" rtl="0" algn="l">
              <a:lnSpc>
                <a:spcPct val="90000"/>
              </a:lnSpc>
              <a:spcBef>
                <a:spcPts val="0"/>
              </a:spcBef>
              <a:spcAft>
                <a:spcPts val="0"/>
              </a:spcAft>
              <a:buClr>
                <a:schemeClr val="dk1"/>
              </a:buClr>
              <a:buSzPts val="1800"/>
              <a:buFont typeface="Arial"/>
              <a:buNone/>
            </a:pPr>
            <a:r>
              <a:t/>
            </a:r>
            <a:endParaRPr/>
          </a:p>
        </p:txBody>
      </p:sp>
      <p:pic>
        <p:nvPicPr>
          <p:cNvPr id="279" name="Google Shape;279;h7d36fa142dfa4af7_0_49"/>
          <p:cNvPicPr preferRelativeResize="0"/>
          <p:nvPr/>
        </p:nvPicPr>
        <p:blipFill>
          <a:blip r:embed="rId3">
            <a:alphaModFix/>
          </a:blip>
          <a:stretch>
            <a:fillRect/>
          </a:stretch>
        </p:blipFill>
        <p:spPr>
          <a:xfrm>
            <a:off x="6600075" y="2030797"/>
            <a:ext cx="5445463" cy="240345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h7d36fa142dfa4af7_0_56"/>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alguno de estos en el botón editar nos abrirá un modal con los campos a cambiar y guardar modificación</a:t>
            </a:r>
            <a:endParaRPr/>
          </a:p>
        </p:txBody>
      </p:sp>
      <p:pic>
        <p:nvPicPr>
          <p:cNvPr id="286" name="Google Shape;286;h7d36fa142dfa4af7_0_56"/>
          <p:cNvPicPr preferRelativeResize="0"/>
          <p:nvPr/>
        </p:nvPicPr>
        <p:blipFill>
          <a:blip r:embed="rId3">
            <a:alphaModFix/>
          </a:blip>
          <a:stretch>
            <a:fillRect/>
          </a:stretch>
        </p:blipFill>
        <p:spPr>
          <a:xfrm>
            <a:off x="6617725" y="1477601"/>
            <a:ext cx="5348599" cy="32512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h7d36fa142dfa4af7_0_64"/>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el botón eliminar nos abrirá un modal para confirmar la acción en caso de que así se desee.</a:t>
            </a:r>
            <a:endParaRPr/>
          </a:p>
        </p:txBody>
      </p:sp>
      <p:pic>
        <p:nvPicPr>
          <p:cNvPr id="293" name="Google Shape;293;h7d36fa142dfa4af7_0_64"/>
          <p:cNvPicPr preferRelativeResize="0"/>
          <p:nvPr/>
        </p:nvPicPr>
        <p:blipFill>
          <a:blip r:embed="rId3">
            <a:alphaModFix/>
          </a:blip>
          <a:stretch>
            <a:fillRect/>
          </a:stretch>
        </p:blipFill>
        <p:spPr>
          <a:xfrm>
            <a:off x="6953950" y="997675"/>
            <a:ext cx="4737624" cy="36305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h7d36fa142dfa4af7_0_72"/>
          <p:cNvSpPr txBox="1"/>
          <p:nvPr>
            <p:ph idx="2" type="body"/>
          </p:nvPr>
        </p:nvSpPr>
        <p:spPr>
          <a:xfrm>
            <a:off x="906860"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Al darl en el boton agregar te permitira agregar un nuevo chofer y guardarlo con los datos necesarios.</a:t>
            </a:r>
            <a:endParaRPr/>
          </a:p>
          <a:p>
            <a:pPr indent="0" lvl="0" marL="0" marR="0" rtl="0" algn="l">
              <a:lnSpc>
                <a:spcPct val="90000"/>
              </a:lnSpc>
              <a:spcBef>
                <a:spcPts val="0"/>
              </a:spcBef>
              <a:spcAft>
                <a:spcPts val="0"/>
              </a:spcAft>
              <a:buClr>
                <a:schemeClr val="dk1"/>
              </a:buClr>
              <a:buSzPts val="1800"/>
              <a:buFont typeface="Arial"/>
              <a:buNone/>
            </a:pPr>
            <a:r>
              <a:t/>
            </a:r>
            <a:endParaRPr/>
          </a:p>
        </p:txBody>
      </p:sp>
      <p:pic>
        <p:nvPicPr>
          <p:cNvPr id="300" name="Google Shape;300;h7d36fa142dfa4af7_0_72"/>
          <p:cNvPicPr preferRelativeResize="0"/>
          <p:nvPr/>
        </p:nvPicPr>
        <p:blipFill>
          <a:blip r:embed="rId3">
            <a:alphaModFix/>
          </a:blip>
          <a:stretch>
            <a:fillRect/>
          </a:stretch>
        </p:blipFill>
        <p:spPr>
          <a:xfrm>
            <a:off x="6761475" y="1853150"/>
            <a:ext cx="5059299" cy="34833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h7d36fa142dfa4af7_0_80"/>
          <p:cNvSpPr txBox="1"/>
          <p:nvPr>
            <p:ph idx="2" type="body"/>
          </p:nvPr>
        </p:nvSpPr>
        <p:spPr>
          <a:xfrm>
            <a:off x="906860"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Pasamos al </a:t>
            </a:r>
            <a:r>
              <a:rPr lang="es-ES"/>
              <a:t>último</a:t>
            </a:r>
            <a:r>
              <a:rPr lang="es-ES"/>
              <a:t> panel del Sidebar. La </a:t>
            </a:r>
            <a:r>
              <a:rPr lang="es-ES"/>
              <a:t>página</a:t>
            </a:r>
            <a:r>
              <a:rPr lang="es-ES"/>
              <a:t> de Rutas donde se relaciona el chofer con el </a:t>
            </a:r>
            <a:r>
              <a:rPr lang="es-ES"/>
              <a:t>vehículo</a:t>
            </a:r>
            <a:r>
              <a:rPr lang="es-ES"/>
              <a:t> y se traza la ruta que </a:t>
            </a:r>
            <a:r>
              <a:rPr lang="es-ES"/>
              <a:t>seguirá</a:t>
            </a:r>
            <a:endParaRPr/>
          </a:p>
        </p:txBody>
      </p:sp>
      <p:pic>
        <p:nvPicPr>
          <p:cNvPr id="307" name="Google Shape;307;h7d36fa142dfa4af7_0_80"/>
          <p:cNvPicPr preferRelativeResize="0"/>
          <p:nvPr/>
        </p:nvPicPr>
        <p:blipFill>
          <a:blip r:embed="rId3">
            <a:alphaModFix/>
          </a:blip>
          <a:stretch>
            <a:fillRect/>
          </a:stretch>
        </p:blipFill>
        <p:spPr>
          <a:xfrm>
            <a:off x="6472125" y="1809375"/>
            <a:ext cx="5640750" cy="32392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h7d36fa142dfa4af7_0_87"/>
          <p:cNvPicPr preferRelativeResize="0"/>
          <p:nvPr/>
        </p:nvPicPr>
        <p:blipFill>
          <a:blip r:embed="rId3">
            <a:alphaModFix/>
          </a:blip>
          <a:stretch>
            <a:fillRect/>
          </a:stretch>
        </p:blipFill>
        <p:spPr>
          <a:xfrm>
            <a:off x="6906400" y="2209800"/>
            <a:ext cx="4896075" cy="3497200"/>
          </a:xfrm>
          <a:prstGeom prst="rect">
            <a:avLst/>
          </a:prstGeom>
          <a:noFill/>
          <a:ln>
            <a:noFill/>
          </a:ln>
        </p:spPr>
      </p:pic>
      <p:sp>
        <p:nvSpPr>
          <p:cNvPr id="314" name="Google Shape;314;h7d36fa142dfa4af7_0_87"/>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alguno de estos en el botón editar nos abrirá un modal con los campos a cambiar y guardar modificación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h7d36fa142dfa4af7_0_95"/>
          <p:cNvPicPr preferRelativeResize="0"/>
          <p:nvPr/>
        </p:nvPicPr>
        <p:blipFill>
          <a:blip r:embed="rId3">
            <a:alphaModFix/>
          </a:blip>
          <a:stretch>
            <a:fillRect/>
          </a:stretch>
        </p:blipFill>
        <p:spPr>
          <a:xfrm>
            <a:off x="6691925" y="2390250"/>
            <a:ext cx="5390174" cy="2992475"/>
          </a:xfrm>
          <a:prstGeom prst="rect">
            <a:avLst/>
          </a:prstGeom>
          <a:noFill/>
          <a:ln>
            <a:noFill/>
          </a:ln>
        </p:spPr>
      </p:pic>
      <p:sp>
        <p:nvSpPr>
          <p:cNvPr id="321" name="Google Shape;321;h7d36fa142dfa4af7_0_95"/>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el botón eliminar nos abrirá un modal para confirmar la acción en caso de que así se desee.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h7d36fa142dfa4af7_0_117"/>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se desea hacer una nueva ruta, seleccionas al chofer y el </a:t>
            </a:r>
            <a:r>
              <a:rPr lang="es-ES"/>
              <a:t>camión</a:t>
            </a:r>
            <a:r>
              <a:rPr lang="es-ES"/>
              <a:t> para generarla.</a:t>
            </a:r>
            <a:endParaRPr/>
          </a:p>
        </p:txBody>
      </p:sp>
      <p:pic>
        <p:nvPicPr>
          <p:cNvPr id="328" name="Google Shape;328;h7d36fa142dfa4af7_0_117"/>
          <p:cNvPicPr preferRelativeResize="0"/>
          <p:nvPr/>
        </p:nvPicPr>
        <p:blipFill>
          <a:blip r:embed="rId3">
            <a:alphaModFix/>
          </a:blip>
          <a:stretch>
            <a:fillRect/>
          </a:stretch>
        </p:blipFill>
        <p:spPr>
          <a:xfrm>
            <a:off x="6544600" y="1617800"/>
            <a:ext cx="5549976" cy="321187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h7d36fa142dfa4af7_0_111"/>
          <p:cNvSpPr txBox="1"/>
          <p:nvPr>
            <p:ph type="title"/>
          </p:nvPr>
        </p:nvSpPr>
        <p:spPr>
          <a:xfrm>
            <a:off x="5116544" y="614202"/>
            <a:ext cx="5918100" cy="2277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4000"/>
              <a:buFont typeface="Open Sans"/>
              <a:buNone/>
            </a:pPr>
            <a:r>
              <a:t/>
            </a:r>
            <a:endParaRPr/>
          </a:p>
          <a:p>
            <a:pPr indent="0" lvl="0" marL="0" marR="0" rtl="0" algn="r">
              <a:lnSpc>
                <a:spcPct val="100000"/>
              </a:lnSpc>
              <a:spcBef>
                <a:spcPts val="0"/>
              </a:spcBef>
              <a:spcAft>
                <a:spcPts val="0"/>
              </a:spcAft>
              <a:buClr>
                <a:schemeClr val="lt1"/>
              </a:buClr>
              <a:buSzPts val="4000"/>
              <a:buFont typeface="Open Sans"/>
              <a:buNone/>
            </a:pPr>
            <a:r>
              <a:t/>
            </a:r>
            <a:endParaRPr/>
          </a:p>
          <a:p>
            <a:pPr indent="0" lvl="0" marL="0" marR="0" rtl="0" algn="r">
              <a:lnSpc>
                <a:spcPct val="100000"/>
              </a:lnSpc>
              <a:spcBef>
                <a:spcPts val="0"/>
              </a:spcBef>
              <a:spcAft>
                <a:spcPts val="0"/>
              </a:spcAft>
              <a:buClr>
                <a:schemeClr val="lt1"/>
              </a:buClr>
              <a:buSzPts val="4000"/>
              <a:buFont typeface="Open Sans"/>
              <a:buNone/>
            </a:pPr>
            <a:r>
              <a:rPr lang="es-ES"/>
              <a:t>NCapas</a:t>
            </a:r>
            <a:endParaRPr/>
          </a:p>
          <a:p>
            <a:pPr indent="0" lvl="0" marL="0" marR="0" rtl="0" algn="r">
              <a:lnSpc>
                <a:spcPct val="100000"/>
              </a:lnSpc>
              <a:spcBef>
                <a:spcPts val="0"/>
              </a:spcBef>
              <a:spcAft>
                <a:spcPts val="0"/>
              </a:spcAft>
              <a:buClr>
                <a:schemeClr val="lt1"/>
              </a:buClr>
              <a:buSzPts val="4000"/>
              <a:buFont typeface="Open Sans"/>
              <a:buNone/>
            </a:pPr>
            <a:r>
              <a:rPr lang="es-ES"/>
              <a:t>Funcionamiento de WindowsForms</a:t>
            </a:r>
            <a:endParaRPr/>
          </a:p>
        </p:txBody>
      </p:sp>
      <p:pic>
        <p:nvPicPr>
          <p:cNvPr descr="Montañas al atardecer" id="335" name="Google Shape;335;h7d36fa142dfa4af7_0_111"/>
          <p:cNvPicPr preferRelativeResize="0"/>
          <p:nvPr>
            <p:ph idx="2" type="pic"/>
          </p:nvPr>
        </p:nvPicPr>
        <p:blipFill rotWithShape="1">
          <a:blip r:embed="rId3">
            <a:alphaModFix/>
          </a:blip>
          <a:srcRect b="20" l="0" r="0" t="20"/>
          <a:stretch/>
        </p:blipFill>
        <p:spPr>
          <a:xfrm>
            <a:off x="1280160" y="2530058"/>
            <a:ext cx="3707972" cy="370797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id="341" name="Google Shape;341;h7d36fa142dfa4af7_0_103"/>
          <p:cNvPicPr preferRelativeResize="0"/>
          <p:nvPr/>
        </p:nvPicPr>
        <p:blipFill>
          <a:blip r:embed="rId3">
            <a:alphaModFix/>
          </a:blip>
          <a:stretch>
            <a:fillRect/>
          </a:stretch>
        </p:blipFill>
        <p:spPr>
          <a:xfrm>
            <a:off x="6449450" y="1978750"/>
            <a:ext cx="5742551" cy="2900501"/>
          </a:xfrm>
          <a:prstGeom prst="rect">
            <a:avLst/>
          </a:prstGeom>
          <a:noFill/>
          <a:ln>
            <a:noFill/>
          </a:ln>
        </p:spPr>
      </p:pic>
      <p:sp>
        <p:nvSpPr>
          <p:cNvPr id="342" name="Google Shape;342;h7d36fa142dfa4af7_0_103"/>
          <p:cNvSpPr txBox="1"/>
          <p:nvPr>
            <p:ph idx="2" type="body"/>
          </p:nvPr>
        </p:nvSpPr>
        <p:spPr>
          <a:xfrm>
            <a:off x="796960"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En esta primer vista, vemos el resumen general en la seccion de Incio en el sidebar.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h7d36fa142dfa4af7_0_124"/>
          <p:cNvPicPr preferRelativeResize="0"/>
          <p:nvPr/>
        </p:nvPicPr>
        <p:blipFill>
          <a:blip r:embed="rId3">
            <a:alphaModFix/>
          </a:blip>
          <a:stretch>
            <a:fillRect/>
          </a:stretch>
        </p:blipFill>
        <p:spPr>
          <a:xfrm>
            <a:off x="6387350" y="2411775"/>
            <a:ext cx="5804650" cy="2776551"/>
          </a:xfrm>
          <a:prstGeom prst="rect">
            <a:avLst/>
          </a:prstGeom>
          <a:noFill/>
          <a:ln>
            <a:noFill/>
          </a:ln>
        </p:spPr>
      </p:pic>
      <p:sp>
        <p:nvSpPr>
          <p:cNvPr id="349" name="Google Shape;349;h7d36fa142dfa4af7_0_124"/>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La siguiente pestaña es dedicada a vehículos donde nos muestra los que tenemos registrados y la información de estos (como marca, disponibilidad, etc.)</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h7d36fa142dfa4af7_0_133"/>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alguno de estos en el botón editar nos abrirá un modal con los campos a cambiar y guardar modificación</a:t>
            </a:r>
            <a:endParaRPr/>
          </a:p>
        </p:txBody>
      </p:sp>
      <p:pic>
        <p:nvPicPr>
          <p:cNvPr id="356" name="Google Shape;356;h7d36fa142dfa4af7_0_133"/>
          <p:cNvPicPr preferRelativeResize="0"/>
          <p:nvPr/>
        </p:nvPicPr>
        <p:blipFill>
          <a:blip r:embed="rId3">
            <a:alphaModFix/>
          </a:blip>
          <a:stretch>
            <a:fillRect/>
          </a:stretch>
        </p:blipFill>
        <p:spPr>
          <a:xfrm>
            <a:off x="6508750" y="1744774"/>
            <a:ext cx="5494226" cy="30372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h7d36fa142dfa4af7_0_141"/>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el botón eliminar nos abrirá un modal para confirmar la acción en caso de que así se desee.</a:t>
            </a:r>
            <a:endParaRPr/>
          </a:p>
        </p:txBody>
      </p:sp>
      <p:pic>
        <p:nvPicPr>
          <p:cNvPr id="363" name="Google Shape;363;h7d36fa142dfa4af7_0_141"/>
          <p:cNvPicPr preferRelativeResize="0"/>
          <p:nvPr/>
        </p:nvPicPr>
        <p:blipFill>
          <a:blip r:embed="rId3">
            <a:alphaModFix/>
          </a:blip>
          <a:stretch>
            <a:fillRect/>
          </a:stretch>
        </p:blipFill>
        <p:spPr>
          <a:xfrm>
            <a:off x="6454875" y="1691050"/>
            <a:ext cx="5639675" cy="31813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h7d36fa142dfa4af7_0_149"/>
          <p:cNvSpPr txBox="1"/>
          <p:nvPr>
            <p:ph idx="2" type="body"/>
          </p:nvPr>
        </p:nvSpPr>
        <p:spPr>
          <a:xfrm>
            <a:off x="906860"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Al darl en el boton agregar te permitira agregar un nuevo vehiculo y guardarlo con los datos necesarios.</a:t>
            </a:r>
            <a:endParaRPr/>
          </a:p>
          <a:p>
            <a:pPr indent="0" lvl="0" marL="0" marR="0" rtl="0" algn="l">
              <a:lnSpc>
                <a:spcPct val="90000"/>
              </a:lnSpc>
              <a:spcBef>
                <a:spcPts val="0"/>
              </a:spcBef>
              <a:spcAft>
                <a:spcPts val="0"/>
              </a:spcAft>
              <a:buClr>
                <a:schemeClr val="dk1"/>
              </a:buClr>
              <a:buSzPts val="1800"/>
              <a:buFont typeface="Arial"/>
              <a:buNone/>
            </a:pPr>
            <a:r>
              <a:t/>
            </a:r>
            <a:endParaRPr/>
          </a:p>
        </p:txBody>
      </p:sp>
      <p:pic>
        <p:nvPicPr>
          <p:cNvPr id="370" name="Google Shape;370;h7d36fa142dfa4af7_0_149"/>
          <p:cNvPicPr preferRelativeResize="0"/>
          <p:nvPr/>
        </p:nvPicPr>
        <p:blipFill>
          <a:blip r:embed="rId3">
            <a:alphaModFix/>
          </a:blip>
          <a:stretch>
            <a:fillRect/>
          </a:stretch>
        </p:blipFill>
        <p:spPr>
          <a:xfrm>
            <a:off x="6639925" y="1178150"/>
            <a:ext cx="5436301" cy="37491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h7d36fa142dfa4af7_0_157"/>
          <p:cNvSpPr txBox="1"/>
          <p:nvPr>
            <p:ph idx="2" type="body"/>
          </p:nvPr>
        </p:nvSpPr>
        <p:spPr>
          <a:xfrm>
            <a:off x="851910" y="3111222"/>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Ahora pasamos a la siguiente seccion del sidebar que es el panel de choferes</a:t>
            </a:r>
            <a:endParaRPr/>
          </a:p>
          <a:p>
            <a:pPr indent="0" lvl="0" marL="0" marR="0" rtl="0" algn="l">
              <a:lnSpc>
                <a:spcPct val="90000"/>
              </a:lnSpc>
              <a:spcBef>
                <a:spcPts val="0"/>
              </a:spcBef>
              <a:spcAft>
                <a:spcPts val="0"/>
              </a:spcAft>
              <a:buClr>
                <a:schemeClr val="dk1"/>
              </a:buClr>
              <a:buSzPts val="1800"/>
              <a:buFont typeface="Arial"/>
              <a:buNone/>
            </a:pPr>
            <a:r>
              <a:t/>
            </a:r>
            <a:endParaRPr/>
          </a:p>
        </p:txBody>
      </p:sp>
      <p:pic>
        <p:nvPicPr>
          <p:cNvPr id="377" name="Google Shape;377;h7d36fa142dfa4af7_0_157"/>
          <p:cNvPicPr preferRelativeResize="0"/>
          <p:nvPr/>
        </p:nvPicPr>
        <p:blipFill>
          <a:blip r:embed="rId3">
            <a:alphaModFix/>
          </a:blip>
          <a:stretch>
            <a:fillRect/>
          </a:stretch>
        </p:blipFill>
        <p:spPr>
          <a:xfrm>
            <a:off x="6545400" y="2306725"/>
            <a:ext cx="5475902" cy="27224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h7d36fa142dfa4af7_0_165"/>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alguno de estos en el botón editar nos abrirá un modal con los campos a cambiar y guardar modificación</a:t>
            </a:r>
            <a:endParaRPr/>
          </a:p>
        </p:txBody>
      </p:sp>
      <p:pic>
        <p:nvPicPr>
          <p:cNvPr id="384" name="Google Shape;384;h7d36fa142dfa4af7_0_165"/>
          <p:cNvPicPr preferRelativeResize="0"/>
          <p:nvPr/>
        </p:nvPicPr>
        <p:blipFill>
          <a:blip r:embed="rId3">
            <a:alphaModFix/>
          </a:blip>
          <a:stretch>
            <a:fillRect/>
          </a:stretch>
        </p:blipFill>
        <p:spPr>
          <a:xfrm>
            <a:off x="6500600" y="720225"/>
            <a:ext cx="5575624" cy="442692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h7d36fa142dfa4af7_0_173"/>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el botón eliminar nos abrirá un modal para confirmar la acción en caso de que así se desee.</a:t>
            </a:r>
            <a:endParaRPr/>
          </a:p>
        </p:txBody>
      </p:sp>
      <p:pic>
        <p:nvPicPr>
          <p:cNvPr id="391" name="Google Shape;391;h7d36fa142dfa4af7_0_173"/>
          <p:cNvPicPr preferRelativeResize="0"/>
          <p:nvPr/>
        </p:nvPicPr>
        <p:blipFill>
          <a:blip r:embed="rId3">
            <a:alphaModFix/>
          </a:blip>
          <a:stretch>
            <a:fillRect/>
          </a:stretch>
        </p:blipFill>
        <p:spPr>
          <a:xfrm>
            <a:off x="6517825" y="1642938"/>
            <a:ext cx="5674176" cy="357212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h7d36fa142dfa4af7_0_182"/>
          <p:cNvSpPr txBox="1"/>
          <p:nvPr>
            <p:ph idx="2" type="body"/>
          </p:nvPr>
        </p:nvSpPr>
        <p:spPr>
          <a:xfrm>
            <a:off x="906860"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Al darl en el boton agregar te permitira agregar un nuevo chofer y guardarlo con los datos necesarios.</a:t>
            </a:r>
            <a:endParaRPr/>
          </a:p>
          <a:p>
            <a:pPr indent="0" lvl="0" marL="0" marR="0" rtl="0" algn="l">
              <a:lnSpc>
                <a:spcPct val="90000"/>
              </a:lnSpc>
              <a:spcBef>
                <a:spcPts val="0"/>
              </a:spcBef>
              <a:spcAft>
                <a:spcPts val="0"/>
              </a:spcAft>
              <a:buClr>
                <a:schemeClr val="dk1"/>
              </a:buClr>
              <a:buSzPts val="1800"/>
              <a:buFont typeface="Arial"/>
              <a:buNone/>
            </a:pPr>
            <a:r>
              <a:t/>
            </a:r>
            <a:endParaRPr/>
          </a:p>
        </p:txBody>
      </p:sp>
      <p:pic>
        <p:nvPicPr>
          <p:cNvPr id="398" name="Google Shape;398;h7d36fa142dfa4af7_0_182"/>
          <p:cNvPicPr preferRelativeResize="0"/>
          <p:nvPr/>
        </p:nvPicPr>
        <p:blipFill>
          <a:blip r:embed="rId3">
            <a:alphaModFix/>
          </a:blip>
          <a:stretch>
            <a:fillRect/>
          </a:stretch>
        </p:blipFill>
        <p:spPr>
          <a:xfrm>
            <a:off x="6695000" y="1526200"/>
            <a:ext cx="5289649" cy="33217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h7d36fa142dfa4af7_0_202"/>
          <p:cNvSpPr txBox="1"/>
          <p:nvPr>
            <p:ph idx="2" type="body"/>
          </p:nvPr>
        </p:nvSpPr>
        <p:spPr>
          <a:xfrm>
            <a:off x="906860"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Pasamos al último panel del Sidebar. La página de Rutas donde se relaciona el chofer con el vehículo y se traza la ruta que seguirá</a:t>
            </a:r>
            <a:endParaRPr/>
          </a:p>
        </p:txBody>
      </p:sp>
      <p:pic>
        <p:nvPicPr>
          <p:cNvPr id="405" name="Google Shape;405;h7d36fa142dfa4af7_0_202"/>
          <p:cNvPicPr preferRelativeResize="0"/>
          <p:nvPr/>
        </p:nvPicPr>
        <p:blipFill>
          <a:blip r:embed="rId3">
            <a:alphaModFix/>
          </a:blip>
          <a:stretch>
            <a:fillRect/>
          </a:stretch>
        </p:blipFill>
        <p:spPr>
          <a:xfrm>
            <a:off x="6527050" y="1837600"/>
            <a:ext cx="5585799" cy="28503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h7d36fa142dfa4af7_0_210"/>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alguno de estos en el botón editar nos abrirá un modal con los campos a cambiar y guardar modificación</a:t>
            </a:r>
            <a:endParaRPr/>
          </a:p>
        </p:txBody>
      </p:sp>
      <p:pic>
        <p:nvPicPr>
          <p:cNvPr id="412" name="Google Shape;412;h7d36fa142dfa4af7_0_210"/>
          <p:cNvPicPr preferRelativeResize="0"/>
          <p:nvPr/>
        </p:nvPicPr>
        <p:blipFill>
          <a:blip r:embed="rId3">
            <a:alphaModFix/>
          </a:blip>
          <a:stretch>
            <a:fillRect/>
          </a:stretch>
        </p:blipFill>
        <p:spPr>
          <a:xfrm>
            <a:off x="6503625" y="1341075"/>
            <a:ext cx="5688376" cy="36881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h7d36fa142dfa4af7_0_217"/>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el botón eliminar nos abrirá un modal para confirmar la acción en caso de que así se desee.</a:t>
            </a:r>
            <a:endParaRPr/>
          </a:p>
        </p:txBody>
      </p:sp>
      <p:pic>
        <p:nvPicPr>
          <p:cNvPr id="419" name="Google Shape;419;h7d36fa142dfa4af7_0_217"/>
          <p:cNvPicPr preferRelativeResize="0"/>
          <p:nvPr/>
        </p:nvPicPr>
        <p:blipFill>
          <a:blip r:embed="rId3">
            <a:alphaModFix/>
          </a:blip>
          <a:stretch>
            <a:fillRect/>
          </a:stretch>
        </p:blipFill>
        <p:spPr>
          <a:xfrm>
            <a:off x="6579950" y="1489575"/>
            <a:ext cx="5477976" cy="343167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h7d36fa142dfa4af7_0_223"/>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se desea hacer una nueva ruta, seleccionas al chofer y el camión para generarla.</a:t>
            </a:r>
            <a:endParaRPr/>
          </a:p>
        </p:txBody>
      </p:sp>
      <p:pic>
        <p:nvPicPr>
          <p:cNvPr id="426" name="Google Shape;426;h7d36fa142dfa4af7_0_223"/>
          <p:cNvPicPr preferRelativeResize="0"/>
          <p:nvPr/>
        </p:nvPicPr>
        <p:blipFill>
          <a:blip r:embed="rId3">
            <a:alphaModFix/>
          </a:blip>
          <a:stretch>
            <a:fillRect/>
          </a:stretch>
        </p:blipFill>
        <p:spPr>
          <a:xfrm>
            <a:off x="6528075" y="1804738"/>
            <a:ext cx="5456575" cy="32485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h7d36fa142dfa4af7_0_232"/>
          <p:cNvSpPr txBox="1"/>
          <p:nvPr>
            <p:ph type="title"/>
          </p:nvPr>
        </p:nvSpPr>
        <p:spPr>
          <a:xfrm>
            <a:off x="5116544" y="614202"/>
            <a:ext cx="5918100" cy="2277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4000"/>
              <a:buFont typeface="Open Sans"/>
              <a:buNone/>
            </a:pPr>
            <a:r>
              <a:t/>
            </a:r>
            <a:endParaRPr/>
          </a:p>
          <a:p>
            <a:pPr indent="0" lvl="0" marL="0" marR="0" rtl="0" algn="r">
              <a:lnSpc>
                <a:spcPct val="100000"/>
              </a:lnSpc>
              <a:spcBef>
                <a:spcPts val="0"/>
              </a:spcBef>
              <a:spcAft>
                <a:spcPts val="0"/>
              </a:spcAft>
              <a:buClr>
                <a:schemeClr val="lt1"/>
              </a:buClr>
              <a:buSzPts val="4000"/>
              <a:buFont typeface="Open Sans"/>
              <a:buNone/>
            </a:pPr>
            <a:r>
              <a:t/>
            </a:r>
            <a:endParaRPr/>
          </a:p>
          <a:p>
            <a:pPr indent="0" lvl="0" marL="0" marR="0" rtl="0" algn="r">
              <a:lnSpc>
                <a:spcPct val="100000"/>
              </a:lnSpc>
              <a:spcBef>
                <a:spcPts val="0"/>
              </a:spcBef>
              <a:spcAft>
                <a:spcPts val="0"/>
              </a:spcAft>
              <a:buClr>
                <a:schemeClr val="lt1"/>
              </a:buClr>
              <a:buSzPts val="4000"/>
              <a:buFont typeface="Open Sans"/>
              <a:buNone/>
            </a:pPr>
            <a:r>
              <a:rPr lang="es-ES"/>
              <a:t>NCapas</a:t>
            </a:r>
            <a:endParaRPr/>
          </a:p>
          <a:p>
            <a:pPr indent="0" lvl="0" marL="0" marR="0" rtl="0" algn="r">
              <a:lnSpc>
                <a:spcPct val="100000"/>
              </a:lnSpc>
              <a:spcBef>
                <a:spcPts val="0"/>
              </a:spcBef>
              <a:spcAft>
                <a:spcPts val="0"/>
              </a:spcAft>
              <a:buClr>
                <a:schemeClr val="lt1"/>
              </a:buClr>
              <a:buSzPts val="4000"/>
              <a:buFont typeface="Open Sans"/>
              <a:buNone/>
            </a:pPr>
            <a:r>
              <a:rPr lang="es-ES"/>
              <a:t>Funcionamiento de API</a:t>
            </a:r>
            <a:endParaRPr/>
          </a:p>
        </p:txBody>
      </p:sp>
      <p:pic>
        <p:nvPicPr>
          <p:cNvPr descr="Montañas al atardecer" id="433" name="Google Shape;433;h7d36fa142dfa4af7_0_232"/>
          <p:cNvPicPr preferRelativeResize="0"/>
          <p:nvPr>
            <p:ph idx="2" type="pic"/>
          </p:nvPr>
        </p:nvPicPr>
        <p:blipFill rotWithShape="1">
          <a:blip r:embed="rId3">
            <a:alphaModFix/>
          </a:blip>
          <a:srcRect b="20" l="0" r="0" t="20"/>
          <a:stretch/>
        </p:blipFill>
        <p:spPr>
          <a:xfrm>
            <a:off x="1280160" y="2530058"/>
            <a:ext cx="3707972" cy="3707972"/>
          </a:xfrm>
          <a:prstGeom prst="rect">
            <a:avLst/>
          </a:prstGeom>
          <a:noFill/>
          <a:ln>
            <a:noFill/>
          </a:ln>
        </p:spPr>
      </p:pic>
      <p:pic>
        <p:nvPicPr>
          <p:cNvPr id="434" name="Google Shape;434;h7d36fa142dfa4af7_0_232"/>
          <p:cNvPicPr preferRelativeResize="0"/>
          <p:nvPr/>
        </p:nvPicPr>
        <p:blipFill>
          <a:blip r:embed="rId4">
            <a:alphaModFix/>
          </a:blip>
          <a:stretch>
            <a:fillRect/>
          </a:stretch>
        </p:blipFill>
        <p:spPr>
          <a:xfrm>
            <a:off x="5890851" y="4063650"/>
            <a:ext cx="4369501" cy="16843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h7d36fa142dfa4af7_0_239"/>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Get que trae todos los registros de la tabla camiones y vemos que resulte en estado 200.</a:t>
            </a:r>
            <a:endParaRPr/>
          </a:p>
        </p:txBody>
      </p:sp>
      <p:pic>
        <p:nvPicPr>
          <p:cNvPr id="441" name="Google Shape;441;h7d36fa142dfa4af7_0_239"/>
          <p:cNvPicPr preferRelativeResize="0"/>
          <p:nvPr/>
        </p:nvPicPr>
        <p:blipFill>
          <a:blip r:embed="rId3">
            <a:alphaModFix/>
          </a:blip>
          <a:stretch>
            <a:fillRect/>
          </a:stretch>
        </p:blipFill>
        <p:spPr>
          <a:xfrm>
            <a:off x="6886925" y="1910850"/>
            <a:ext cx="4759650" cy="38957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h7d36fa142dfa4af7_0_247"/>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Get por Id que trae un unico registro de la tabla camiones y vemos que resulte en estado 200.</a:t>
            </a:r>
            <a:endParaRPr/>
          </a:p>
        </p:txBody>
      </p:sp>
      <p:pic>
        <p:nvPicPr>
          <p:cNvPr id="448" name="Google Shape;448;h7d36fa142dfa4af7_0_247"/>
          <p:cNvPicPr preferRelativeResize="0"/>
          <p:nvPr/>
        </p:nvPicPr>
        <p:blipFill>
          <a:blip r:embed="rId3">
            <a:alphaModFix/>
          </a:blip>
          <a:stretch>
            <a:fillRect/>
          </a:stretch>
        </p:blipFill>
        <p:spPr>
          <a:xfrm>
            <a:off x="7003325" y="1192525"/>
            <a:ext cx="4451099" cy="474375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h7d36fa142dfa4af7_0_254"/>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POST  para hacer un nuevo registro y nos debe enviar un codigo de estado 201.</a:t>
            </a:r>
            <a:endParaRPr/>
          </a:p>
        </p:txBody>
      </p:sp>
      <p:pic>
        <p:nvPicPr>
          <p:cNvPr id="455" name="Google Shape;455;h7d36fa142dfa4af7_0_254"/>
          <p:cNvPicPr preferRelativeResize="0"/>
          <p:nvPr/>
        </p:nvPicPr>
        <p:blipFill>
          <a:blip r:embed="rId3">
            <a:alphaModFix/>
          </a:blip>
          <a:stretch>
            <a:fillRect/>
          </a:stretch>
        </p:blipFill>
        <p:spPr>
          <a:xfrm>
            <a:off x="7444585" y="1214800"/>
            <a:ext cx="3952875" cy="24955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h7d36fa142dfa4af7_0_261"/>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PUT  para hacer una modificacion y nos debe enviar un codigo de estado 204.</a:t>
            </a:r>
            <a:endParaRPr/>
          </a:p>
        </p:txBody>
      </p:sp>
      <p:pic>
        <p:nvPicPr>
          <p:cNvPr id="462" name="Google Shape;462;h7d36fa142dfa4af7_0_261"/>
          <p:cNvPicPr preferRelativeResize="0"/>
          <p:nvPr/>
        </p:nvPicPr>
        <p:blipFill>
          <a:blip r:embed="rId3">
            <a:alphaModFix/>
          </a:blip>
          <a:stretch>
            <a:fillRect/>
          </a:stretch>
        </p:blipFill>
        <p:spPr>
          <a:xfrm>
            <a:off x="6781276" y="1605825"/>
            <a:ext cx="5040425" cy="28658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h7d36fa142dfa4af7_0_268"/>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DELETE  para eliminar una registro y nos debe enviar un codigo de estado 204.</a:t>
            </a:r>
            <a:endParaRPr/>
          </a:p>
        </p:txBody>
      </p:sp>
      <p:pic>
        <p:nvPicPr>
          <p:cNvPr id="469" name="Google Shape;469;h7d36fa142dfa4af7_0_268"/>
          <p:cNvPicPr preferRelativeResize="0"/>
          <p:nvPr/>
        </p:nvPicPr>
        <p:blipFill>
          <a:blip r:embed="rId3">
            <a:alphaModFix/>
          </a:blip>
          <a:stretch>
            <a:fillRect/>
          </a:stretch>
        </p:blipFill>
        <p:spPr>
          <a:xfrm>
            <a:off x="6682251" y="921725"/>
            <a:ext cx="5129175" cy="37614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h7d36fa142dfa4af7_0_275"/>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Get que trae todos los registros de la tabla choferes y vemos que resulte en estado 200.</a:t>
            </a:r>
            <a:endParaRPr/>
          </a:p>
        </p:txBody>
      </p:sp>
      <p:pic>
        <p:nvPicPr>
          <p:cNvPr id="476" name="Google Shape;476;h7d36fa142dfa4af7_0_275"/>
          <p:cNvPicPr preferRelativeResize="0"/>
          <p:nvPr/>
        </p:nvPicPr>
        <p:blipFill>
          <a:blip r:embed="rId3">
            <a:alphaModFix/>
          </a:blip>
          <a:stretch>
            <a:fillRect/>
          </a:stretch>
        </p:blipFill>
        <p:spPr>
          <a:xfrm>
            <a:off x="6715135" y="1538288"/>
            <a:ext cx="4486275" cy="37814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h7d36fa142dfa4af7_0_283"/>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Get por Id que trae un unico registro de la tabla choferes y vemos que resulte en estado 200.</a:t>
            </a:r>
            <a:endParaRPr/>
          </a:p>
        </p:txBody>
      </p:sp>
      <p:pic>
        <p:nvPicPr>
          <p:cNvPr id="483" name="Google Shape;483;h7d36fa142dfa4af7_0_283"/>
          <p:cNvPicPr preferRelativeResize="0"/>
          <p:nvPr/>
        </p:nvPicPr>
        <p:blipFill>
          <a:blip r:embed="rId3">
            <a:alphaModFix/>
          </a:blip>
          <a:stretch>
            <a:fillRect/>
          </a:stretch>
        </p:blipFill>
        <p:spPr>
          <a:xfrm>
            <a:off x="7571451" y="758788"/>
            <a:ext cx="3278500" cy="534042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h7d36fa142dfa4af7_0_290"/>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POST  para hacer un nuevo registro y nos debe enviar un codigo de estado 201.</a:t>
            </a:r>
            <a:endParaRPr/>
          </a:p>
        </p:txBody>
      </p:sp>
      <p:pic>
        <p:nvPicPr>
          <p:cNvPr id="490" name="Google Shape;490;h7d36fa142dfa4af7_0_290"/>
          <p:cNvPicPr preferRelativeResize="0"/>
          <p:nvPr/>
        </p:nvPicPr>
        <p:blipFill>
          <a:blip r:embed="rId3">
            <a:alphaModFix/>
          </a:blip>
          <a:stretch>
            <a:fillRect/>
          </a:stretch>
        </p:blipFill>
        <p:spPr>
          <a:xfrm>
            <a:off x="7558001" y="500425"/>
            <a:ext cx="3170525" cy="539164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h7d36fa142dfa4af7_0_297"/>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PUT  para hacer una modificacion y nos debe enviar un codigo de estado 204.</a:t>
            </a:r>
            <a:endParaRPr/>
          </a:p>
        </p:txBody>
      </p:sp>
      <p:pic>
        <p:nvPicPr>
          <p:cNvPr id="497" name="Google Shape;497;h7d36fa142dfa4af7_0_297"/>
          <p:cNvPicPr preferRelativeResize="0"/>
          <p:nvPr/>
        </p:nvPicPr>
        <p:blipFill>
          <a:blip r:embed="rId3">
            <a:alphaModFix/>
          </a:blip>
          <a:stretch>
            <a:fillRect/>
          </a:stretch>
        </p:blipFill>
        <p:spPr>
          <a:xfrm>
            <a:off x="6856802" y="1709400"/>
            <a:ext cx="4780274" cy="29293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h7d36fa142dfa4af7_0_304"/>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DELETE  para eliminar una registro y nos debe enviar un codigo de estado 204. En ese caso se elimina primero el registro en la tabla rutas ya que tenia llave foranea, por lo que se hace delete de rutas y de choferes</a:t>
            </a:r>
            <a:endParaRPr/>
          </a:p>
        </p:txBody>
      </p:sp>
      <p:pic>
        <p:nvPicPr>
          <p:cNvPr id="504" name="Google Shape;504;h7d36fa142dfa4af7_0_304"/>
          <p:cNvPicPr preferRelativeResize="0"/>
          <p:nvPr/>
        </p:nvPicPr>
        <p:blipFill>
          <a:blip r:embed="rId3">
            <a:alphaModFix/>
          </a:blip>
          <a:stretch>
            <a:fillRect/>
          </a:stretch>
        </p:blipFill>
        <p:spPr>
          <a:xfrm>
            <a:off x="7593138" y="2708250"/>
            <a:ext cx="3023263" cy="3054374"/>
          </a:xfrm>
          <a:prstGeom prst="rect">
            <a:avLst/>
          </a:prstGeom>
          <a:noFill/>
          <a:ln>
            <a:noFill/>
          </a:ln>
        </p:spPr>
      </p:pic>
      <p:pic>
        <p:nvPicPr>
          <p:cNvPr id="505" name="Google Shape;505;h7d36fa142dfa4af7_0_304"/>
          <p:cNvPicPr preferRelativeResize="0"/>
          <p:nvPr/>
        </p:nvPicPr>
        <p:blipFill>
          <a:blip r:embed="rId4">
            <a:alphaModFix/>
          </a:blip>
          <a:stretch>
            <a:fillRect/>
          </a:stretch>
        </p:blipFill>
        <p:spPr>
          <a:xfrm>
            <a:off x="7593150" y="89172"/>
            <a:ext cx="3378767" cy="2403453"/>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h7d36fa142dfa4af7_0_312"/>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Get que trae todos los registros de la tabla rutas y vemos que resulte en estado 200.</a:t>
            </a:r>
            <a:endParaRPr/>
          </a:p>
        </p:txBody>
      </p:sp>
      <p:pic>
        <p:nvPicPr>
          <p:cNvPr id="512" name="Google Shape;512;h7d36fa142dfa4af7_0_312"/>
          <p:cNvPicPr preferRelativeResize="0"/>
          <p:nvPr/>
        </p:nvPicPr>
        <p:blipFill>
          <a:blip r:embed="rId3">
            <a:alphaModFix/>
          </a:blip>
          <a:stretch>
            <a:fillRect/>
          </a:stretch>
        </p:blipFill>
        <p:spPr>
          <a:xfrm>
            <a:off x="7188160" y="1507900"/>
            <a:ext cx="4171950" cy="41719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h7d36fa142dfa4af7_0_325"/>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Get por Id que trae un unico registro de la tabla rutas y vemos que resulte en estado 200.</a:t>
            </a:r>
            <a:endParaRPr/>
          </a:p>
        </p:txBody>
      </p:sp>
      <p:pic>
        <p:nvPicPr>
          <p:cNvPr id="519" name="Google Shape;519;h7d36fa142dfa4af7_0_325"/>
          <p:cNvPicPr preferRelativeResize="0"/>
          <p:nvPr/>
        </p:nvPicPr>
        <p:blipFill>
          <a:blip r:embed="rId3">
            <a:alphaModFix/>
          </a:blip>
          <a:stretch>
            <a:fillRect/>
          </a:stretch>
        </p:blipFill>
        <p:spPr>
          <a:xfrm>
            <a:off x="6968335" y="1162050"/>
            <a:ext cx="4600575" cy="38671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h7d36fa142dfa4af7_0_332"/>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POST  para hacer un nuevo registro y nos debe enviar un codigo de estado 201.</a:t>
            </a:r>
            <a:endParaRPr/>
          </a:p>
        </p:txBody>
      </p:sp>
      <p:pic>
        <p:nvPicPr>
          <p:cNvPr id="526" name="Google Shape;526;h7d36fa142dfa4af7_0_332"/>
          <p:cNvPicPr preferRelativeResize="0"/>
          <p:nvPr/>
        </p:nvPicPr>
        <p:blipFill>
          <a:blip r:embed="rId3">
            <a:alphaModFix/>
          </a:blip>
          <a:stretch>
            <a:fillRect/>
          </a:stretch>
        </p:blipFill>
        <p:spPr>
          <a:xfrm>
            <a:off x="6786452" y="1355975"/>
            <a:ext cx="4992025" cy="41460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h7d36fa142dfa4af7_0_345"/>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PUT  para hacer una modificacion y nos debe enviar un codigo de estado 204.</a:t>
            </a:r>
            <a:endParaRPr/>
          </a:p>
        </p:txBody>
      </p:sp>
      <p:pic>
        <p:nvPicPr>
          <p:cNvPr id="533" name="Google Shape;533;h7d36fa142dfa4af7_0_345"/>
          <p:cNvPicPr preferRelativeResize="0"/>
          <p:nvPr/>
        </p:nvPicPr>
        <p:blipFill>
          <a:blip r:embed="rId3">
            <a:alphaModFix/>
          </a:blip>
          <a:stretch>
            <a:fillRect/>
          </a:stretch>
        </p:blipFill>
        <p:spPr>
          <a:xfrm>
            <a:off x="7004325" y="2146275"/>
            <a:ext cx="4197075" cy="2565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GradientVTI">
  <a:themeElements>
    <a:clrScheme name="Gradient">
      <a:dk1>
        <a:srgbClr val="000000"/>
      </a:dk1>
      <a:lt1>
        <a:srgbClr val="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2026-10-08T09:31:51Z</dcterms:created>
  <dc:creator>DARIO GARCIA JUAREZ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