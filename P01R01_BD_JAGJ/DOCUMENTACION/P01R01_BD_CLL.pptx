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74" r:id="rId5"/>
    <p:sldId id="304" r:id="rId6"/>
    <p:sldId id="278" r:id="rId7"/>
    <p:sldId id="289" r:id="rId8"/>
    <p:sldId id="290" r:id="rId9"/>
    <p:sldId id="291" r:id="rId10"/>
    <p:sldId id="292" r:id="rId11"/>
    <p:sldId id="293" r:id="rId12"/>
    <p:sldId id="296" r:id="rId13"/>
    <p:sldId id="303" r:id="rId14"/>
    <p:sldId id="305" r:id="rId15"/>
    <p:sldId id="294" r:id="rId16"/>
    <p:sldId id="297" r:id="rId17"/>
    <p:sldId id="298" r:id="rId18"/>
    <p:sldId id="299" r:id="rId19"/>
    <p:sldId id="300" r:id="rId20"/>
    <p:sldId id="301" r:id="rId21"/>
    <p:sldId id="302" r:id="rId22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98" autoAdjust="0"/>
  </p:normalViewPr>
  <p:slideViewPr>
    <p:cSldViewPr snapToGrid="0">
      <p:cViewPr>
        <p:scale>
          <a:sx n="58" d="100"/>
          <a:sy n="58" d="100"/>
        </p:scale>
        <p:origin x="98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147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2D096FE-FD57-428C-ADF0-8863A0835D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A05C9DC-E181-4CBE-A202-D1CC00F657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618AB-DF27-424F-ABDB-C1BEFB553AA5}" type="datetime1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F7AFE5C-2562-4727-86DC-C311F944C6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6CB4691-0790-4402-AD17-2601E51951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195928-EF08-408E-802F-4DB11E035F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544083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8A58C7-A3F9-4CED-A97B-2BC9E47E42B7}" type="datetime1">
              <a:rPr lang="es-ES" smtClean="0"/>
              <a:t>01/10/2026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30E6F85-6220-421D-9203-84F526C4C605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025513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52728D19-281F-4946-9684-65A557653D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412D4F2-D8CF-48D7-8E93-9342D2AE3950}"/>
              </a:ext>
            </a:extLst>
          </p:cNvPr>
          <p:cNvSpPr/>
          <p:nvPr userDrawn="1"/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tx2">
                  <a:lumMod val="50000"/>
                  <a:lumOff val="50000"/>
                  <a:alpha val="48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81071F9-5F9E-43AF-B1F9-8F94CCA0D1D0}"/>
              </a:ext>
            </a:extLst>
          </p:cNvPr>
          <p:cNvSpPr/>
          <p:nvPr userDrawn="1"/>
        </p:nvSpPr>
        <p:spPr>
          <a:xfrm rot="10800000">
            <a:off x="-4" y="456773"/>
            <a:ext cx="12191999" cy="6400800"/>
          </a:xfrm>
          <a:prstGeom prst="rect">
            <a:avLst/>
          </a:prstGeom>
          <a:gradFill>
            <a:gsLst>
              <a:gs pos="0">
                <a:schemeClr val="accent5">
                  <a:alpha val="37000"/>
                </a:schemeClr>
              </a:gs>
              <a:gs pos="92000">
                <a:schemeClr val="accent2">
                  <a:alpha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954D1A4-E8FD-4E5A-A528-35498A356680}"/>
              </a:ext>
            </a:extLst>
          </p:cNvPr>
          <p:cNvSpPr/>
          <p:nvPr userDrawn="1"/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13000">
                <a:schemeClr val="accent2">
                  <a:alpha val="61000"/>
                </a:schemeClr>
              </a:gs>
              <a:gs pos="99000">
                <a:schemeClr val="accent4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 rtl="0"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19" name="Título 6">
            <a:extLst>
              <a:ext uri="{FF2B5EF4-FFF2-40B4-BE49-F238E27FC236}">
                <a16:creationId xmlns:a16="http://schemas.microsoft.com/office/drawing/2014/main" id="{ED6FD0CF-1406-477D-A12B-53DC561BD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918" y="1028700"/>
            <a:ext cx="10614211" cy="1152712"/>
          </a:xfrm>
        </p:spPr>
        <p:txBody>
          <a:bodyPr rtlCol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0" name="Forma libre: Forma 19">
            <a:extLst>
              <a:ext uri="{FF2B5EF4-FFF2-40B4-BE49-F238E27FC236}">
                <a16:creationId xmlns:a16="http://schemas.microsoft.com/office/drawing/2014/main" id="{230DFABF-2A96-46EC-8C35-1C4A9D0A0739}"/>
              </a:ext>
            </a:extLst>
          </p:cNvPr>
          <p:cNvSpPr/>
          <p:nvPr userDrawn="1"/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bg1">
                  <a:alpha val="16000"/>
                </a:schemeClr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dirty="0"/>
          </a:p>
        </p:txBody>
      </p:sp>
      <p:sp>
        <p:nvSpPr>
          <p:cNvPr id="21" name="Subtítulo 7">
            <a:extLst>
              <a:ext uri="{FF2B5EF4-FFF2-40B4-BE49-F238E27FC236}">
                <a16:creationId xmlns:a16="http://schemas.microsoft.com/office/drawing/2014/main" id="{A943203E-4446-4D2D-AFEE-C3BCE7522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08518"/>
            <a:ext cx="9144000" cy="609600"/>
          </a:xfrm>
        </p:spPr>
        <p:txBody>
          <a:bodyPr rtlCol="0">
            <a:norm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s-ES" sz="140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3" name="Marcador de posición de imagen 22">
            <a:extLst>
              <a:ext uri="{FF2B5EF4-FFF2-40B4-BE49-F238E27FC236}">
                <a16:creationId xmlns:a16="http://schemas.microsoft.com/office/drawing/2014/main" id="{D7662E6F-0458-41D6-A36A-37011FA74B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43302" y="3351746"/>
            <a:ext cx="7519558" cy="3506255"/>
          </a:xfrm>
          <a:custGeom>
            <a:avLst/>
            <a:gdLst>
              <a:gd name="connsiteX0" fmla="*/ 3759779 w 7519558"/>
              <a:gd name="connsiteY0" fmla="*/ 0 h 3506255"/>
              <a:gd name="connsiteX1" fmla="*/ 7513560 w 7519558"/>
              <a:gd name="connsiteY1" fmla="*/ 3387468 h 3506255"/>
              <a:gd name="connsiteX2" fmla="*/ 7519558 w 7519558"/>
              <a:gd name="connsiteY2" fmla="*/ 3506255 h 3506255"/>
              <a:gd name="connsiteX3" fmla="*/ 0 w 7519558"/>
              <a:gd name="connsiteY3" fmla="*/ 3506255 h 3506255"/>
              <a:gd name="connsiteX4" fmla="*/ 5998 w 7519558"/>
              <a:gd name="connsiteY4" fmla="*/ 3387468 h 3506255"/>
              <a:gd name="connsiteX5" fmla="*/ 3759779 w 7519558"/>
              <a:gd name="connsiteY5" fmla="*/ 0 h 350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19558" h="3506255">
                <a:moveTo>
                  <a:pt x="3759779" y="0"/>
                </a:moveTo>
                <a:cubicBezTo>
                  <a:pt x="5713450" y="0"/>
                  <a:pt x="7320331" y="1484777"/>
                  <a:pt x="7513560" y="3387468"/>
                </a:cubicBezTo>
                <a:lnTo>
                  <a:pt x="7519558" y="3506255"/>
                </a:lnTo>
                <a:lnTo>
                  <a:pt x="0" y="3506255"/>
                </a:lnTo>
                <a:lnTo>
                  <a:pt x="5998" y="3387468"/>
                </a:lnTo>
                <a:cubicBezTo>
                  <a:pt x="199227" y="1484777"/>
                  <a:pt x="1806109" y="0"/>
                  <a:pt x="3759779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rtlCol="0" anchor="ctr">
            <a:noAutofit/>
          </a:bodyPr>
          <a:lstStyle>
            <a:lvl1pPr algn="ctr">
              <a:defRPr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4663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upo 42">
            <a:extLst>
              <a:ext uri="{FF2B5EF4-FFF2-40B4-BE49-F238E27FC236}">
                <a16:creationId xmlns:a16="http://schemas.microsoft.com/office/drawing/2014/main" id="{306F3896-19D4-4232-82CE-6C81979F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191D0E40-FF26-4842-B967-3FA07E78DC55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7BE4E0C1-B316-4C88-9FF8-5BA9F1C67DCE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</p:grp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F7B3B56-B1E0-482A-BCB7-F6DFF267F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1184687" y="1185453"/>
            <a:ext cx="6408742" cy="4037835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966FDA2-772B-4D2A-AB6A-EE70A258E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1043780" y="3413921"/>
            <a:ext cx="1951041" cy="4038601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7" name="Forma libre: Forma 26">
            <a:extLst>
              <a:ext uri="{FF2B5EF4-FFF2-40B4-BE49-F238E27FC236}">
                <a16:creationId xmlns:a16="http://schemas.microsoft.com/office/drawing/2014/main" id="{113291B3-B6EE-40A3-8DD7-FA478AD26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0635413">
            <a:off x="-364225" y="1757079"/>
            <a:ext cx="3900087" cy="4178958"/>
          </a:xfrm>
          <a:custGeom>
            <a:avLst/>
            <a:gdLst>
              <a:gd name="connsiteX0" fmla="*/ 2431955 w 3900087"/>
              <a:gd name="connsiteY0" fmla="*/ 93939 h 4178958"/>
              <a:gd name="connsiteX1" fmla="*/ 3900087 w 3900087"/>
              <a:gd name="connsiteY1" fmla="*/ 2089479 h 4178958"/>
              <a:gd name="connsiteX2" fmla="*/ 1810608 w 3900087"/>
              <a:gd name="connsiteY2" fmla="*/ 4178958 h 4178958"/>
              <a:gd name="connsiteX3" fmla="*/ 77979 w 3900087"/>
              <a:gd name="connsiteY3" fmla="*/ 3257727 h 4178958"/>
              <a:gd name="connsiteX4" fmla="*/ 0 w 3900087"/>
              <a:gd name="connsiteY4" fmla="*/ 3129368 h 4178958"/>
              <a:gd name="connsiteX5" fmla="*/ 831517 w 3900087"/>
              <a:gd name="connsiteY5" fmla="*/ 244058 h 4178958"/>
              <a:gd name="connsiteX6" fmla="*/ 997289 w 3900087"/>
              <a:gd name="connsiteY6" fmla="*/ 164202 h 4178958"/>
              <a:gd name="connsiteX7" fmla="*/ 1810608 w 3900087"/>
              <a:gd name="connsiteY7" fmla="*/ 0 h 4178958"/>
              <a:gd name="connsiteX8" fmla="*/ 2431955 w 390008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087" h="4178958">
                <a:moveTo>
                  <a:pt x="2431955" y="93939"/>
                </a:moveTo>
                <a:cubicBezTo>
                  <a:pt x="3282516" y="358491"/>
                  <a:pt x="3900087" y="1151865"/>
                  <a:pt x="3900087" y="2089479"/>
                </a:cubicBezTo>
                <a:cubicBezTo>
                  <a:pt x="3900087" y="3243466"/>
                  <a:pt x="2964595" y="4178958"/>
                  <a:pt x="1810608" y="4178958"/>
                </a:cubicBezTo>
                <a:cubicBezTo>
                  <a:pt x="1089366" y="4178958"/>
                  <a:pt x="453474" y="3813531"/>
                  <a:pt x="77979" y="3257727"/>
                </a:cubicBezTo>
                <a:lnTo>
                  <a:pt x="0" y="3129368"/>
                </a:lnTo>
                <a:lnTo>
                  <a:pt x="831517" y="244058"/>
                </a:lnTo>
                <a:lnTo>
                  <a:pt x="997289" y="164202"/>
                </a:lnTo>
                <a:cubicBezTo>
                  <a:pt x="1247270" y="58468"/>
                  <a:pt x="1522111" y="0"/>
                  <a:pt x="1810608" y="0"/>
                </a:cubicBezTo>
                <a:cubicBezTo>
                  <a:pt x="2026981" y="0"/>
                  <a:pt x="2235672" y="32888"/>
                  <a:pt x="2431955" y="93939"/>
                </a:cubicBezTo>
                <a:close/>
              </a:path>
            </a:pathLst>
          </a:custGeom>
          <a:gradFill>
            <a:gsLst>
              <a:gs pos="34000">
                <a:schemeClr val="bg1">
                  <a:alpha val="0"/>
                </a:schemeClr>
              </a:gs>
              <a:gs pos="100000">
                <a:schemeClr val="accent6">
                  <a:alpha val="35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dirty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D997F7F-035E-456B-A91D-44910446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47595" y="413658"/>
            <a:ext cx="4400609" cy="3581400"/>
          </a:xfrm>
          <a:prstGeom prst="rect">
            <a:avLst/>
          </a:prstGeom>
          <a:gradFill>
            <a:gsLst>
              <a:gs pos="0">
                <a:schemeClr val="accent5">
                  <a:alpha val="29000"/>
                </a:schemeClr>
              </a:gs>
              <a:gs pos="100000">
                <a:schemeClr val="accent4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10052647-C66D-4244-962F-2AA82F920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6" y="586633"/>
            <a:ext cx="3125336" cy="3611584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0" name="Marcador de pie de página 4">
            <a:extLst>
              <a:ext uri="{FF2B5EF4-FFF2-40B4-BE49-F238E27FC236}">
                <a16:creationId xmlns:a16="http://schemas.microsoft.com/office/drawing/2014/main" id="{43D0BC76-B58B-4508-A4FF-DC3D3ADB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1" y="1912217"/>
            <a:ext cx="4114800" cy="45720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>
                <a:solidFill>
                  <a:schemeClr val="bg1"/>
                </a:solidFill>
              </a:rPr>
              <a:t>Ejemplo de 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A73B76-2F23-43F4-BD43-914BAEE88CF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78375" y="863600"/>
            <a:ext cx="3441700" cy="5130800"/>
          </a:xfrm>
        </p:spPr>
        <p:txBody>
          <a:bodyPr rtlCol="0" anchor="ctr">
            <a:normAutofit/>
          </a:bodyPr>
          <a:lstStyle>
            <a:lvl1pPr>
              <a:buNone/>
              <a:defRPr sz="18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/>
              <a:t>Objeto</a:t>
            </a:r>
          </a:p>
        </p:txBody>
      </p:sp>
      <p:sp>
        <p:nvSpPr>
          <p:cNvPr id="40" name="Marcador de posición de imagen 39">
            <a:extLst>
              <a:ext uri="{FF2B5EF4-FFF2-40B4-BE49-F238E27FC236}">
                <a16:creationId xmlns:a16="http://schemas.microsoft.com/office/drawing/2014/main" id="{25D66CC0-A06E-4254-AAF8-8DA80B0193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87384" y="868680"/>
            <a:ext cx="2505456" cy="1499616"/>
          </a:xfrm>
          <a:solidFill>
            <a:schemeClr val="accent6"/>
          </a:solidFill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41" name="Marcador de posición de imagen 39">
            <a:extLst>
              <a:ext uri="{FF2B5EF4-FFF2-40B4-BE49-F238E27FC236}">
                <a16:creationId xmlns:a16="http://schemas.microsoft.com/office/drawing/2014/main" id="{9E32C36A-291F-44F8-81D5-1899179E0A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87384" y="2688336"/>
            <a:ext cx="2505456" cy="1499616"/>
          </a:xfrm>
          <a:solidFill>
            <a:schemeClr val="accent6"/>
          </a:solidFill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42" name="Marcador de posición de imagen 39">
            <a:extLst>
              <a:ext uri="{FF2B5EF4-FFF2-40B4-BE49-F238E27FC236}">
                <a16:creationId xmlns:a16="http://schemas.microsoft.com/office/drawing/2014/main" id="{E44311D2-BC20-4706-9F00-7D9178FB0A2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87384" y="4526280"/>
            <a:ext cx="2505456" cy="1499616"/>
          </a:xfrm>
          <a:solidFill>
            <a:schemeClr val="accent6"/>
          </a:solidFill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35" name="Marcador de fecha 3">
            <a:extLst>
              <a:ext uri="{FF2B5EF4-FFF2-40B4-BE49-F238E27FC236}">
                <a16:creationId xmlns:a16="http://schemas.microsoft.com/office/drawing/2014/main" id="{B0C91521-9FA7-4A68-9C94-30DAE875F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0111" y="6409170"/>
            <a:ext cx="3702392" cy="44883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Lunes, 1 de febrero de 20XX</a:t>
            </a:r>
          </a:p>
        </p:txBody>
      </p:sp>
      <p:sp>
        <p:nvSpPr>
          <p:cNvPr id="36" name="Marcador de número de diapositiva 5">
            <a:extLst>
              <a:ext uri="{FF2B5EF4-FFF2-40B4-BE49-F238E27FC236}">
                <a16:creationId xmlns:a16="http://schemas.microsoft.com/office/drawing/2014/main" id="{43143B3C-F960-42CF-BBA0-4990E987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39A857F5-96C8-461D-A78C-38E92FE1C52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47921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90A4A873-9306-44F1-9047-F853F008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9893" y="457200"/>
            <a:ext cx="6230956" cy="1569368"/>
          </a:xfrm>
        </p:spPr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50B5C48D-A262-4537-89A8-437CBFD860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648" cy="1600200"/>
          </a:xfrm>
          <a:solidFill>
            <a:schemeClr val="accent6"/>
          </a:solidFill>
        </p:spPr>
        <p:txBody>
          <a:bodyPr rtlCol="0" anchor="ctr"/>
          <a:lstStyle>
            <a:lvl1pPr algn="ctr">
              <a:defRPr/>
            </a:lvl1pPr>
          </a:lstStyle>
          <a:p>
            <a:pPr rtl="0"/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>
                <a:solidFill>
                  <a:schemeClr val="bg1"/>
                </a:solidFill>
              </a:rPr>
              <a:t>Ejemplo de Texto de pie de página</a:t>
            </a:r>
          </a:p>
        </p:txBody>
      </p:sp>
      <p:sp>
        <p:nvSpPr>
          <p:cNvPr id="13" name="Marcador de posición de imagen 11">
            <a:extLst>
              <a:ext uri="{FF2B5EF4-FFF2-40B4-BE49-F238E27FC236}">
                <a16:creationId xmlns:a16="http://schemas.microsoft.com/office/drawing/2014/main" id="{6702E7C4-3925-41D8-8339-6521FE726B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603470"/>
            <a:ext cx="4041648" cy="1600200"/>
          </a:xfrm>
          <a:solidFill>
            <a:schemeClr val="accent6"/>
          </a:solidFill>
        </p:spPr>
        <p:txBody>
          <a:bodyPr rtlCol="0" anchor="ctr"/>
          <a:lstStyle>
            <a:lvl1pPr algn="ctr">
              <a:defRPr/>
            </a:lvl1pPr>
          </a:lstStyle>
          <a:p>
            <a:pPr rtl="0"/>
            <a:endParaRPr lang="es-ES" dirty="0"/>
          </a:p>
        </p:txBody>
      </p:sp>
      <p:sp>
        <p:nvSpPr>
          <p:cNvPr id="14" name="Marcador de posición de imagen 11">
            <a:extLst>
              <a:ext uri="{FF2B5EF4-FFF2-40B4-BE49-F238E27FC236}">
                <a16:creationId xmlns:a16="http://schemas.microsoft.com/office/drawing/2014/main" id="{D748BF23-0309-4049-B999-7977CE56B2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3206940"/>
            <a:ext cx="4041648" cy="1600200"/>
          </a:xfrm>
          <a:solidFill>
            <a:schemeClr val="accent6"/>
          </a:solidFill>
        </p:spPr>
        <p:txBody>
          <a:bodyPr rtlCol="0" anchor="ctr"/>
          <a:lstStyle>
            <a:lvl1pPr algn="ctr">
              <a:defRPr/>
            </a:lvl1pPr>
          </a:lstStyle>
          <a:p>
            <a:pPr rtl="0"/>
            <a:endParaRPr lang="es-ES" dirty="0"/>
          </a:p>
        </p:txBody>
      </p:sp>
      <p:sp>
        <p:nvSpPr>
          <p:cNvPr id="15" name="Marcador de posición de imagen 11">
            <a:extLst>
              <a:ext uri="{FF2B5EF4-FFF2-40B4-BE49-F238E27FC236}">
                <a16:creationId xmlns:a16="http://schemas.microsoft.com/office/drawing/2014/main" id="{342D563E-638C-4E20-9FB7-739D6E4A9A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810409"/>
            <a:ext cx="4041648" cy="1600200"/>
          </a:xfrm>
          <a:solidFill>
            <a:schemeClr val="accent6"/>
          </a:solidFill>
        </p:spPr>
        <p:txBody>
          <a:bodyPr rtlCol="0" anchor="ctr"/>
          <a:lstStyle>
            <a:lvl1pPr algn="ctr">
              <a:defRPr/>
            </a:lvl1pPr>
          </a:lstStyle>
          <a:p>
            <a:pPr rtl="0"/>
            <a:endParaRPr lang="es-ES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DCF384C-15B5-46CF-BA28-3C6898C9A979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0438" y="2368550"/>
            <a:ext cx="6230411" cy="3390900"/>
          </a:xfrm>
        </p:spPr>
        <p:txBody>
          <a:bodyPr rtlCol="0"/>
          <a:lstStyle>
            <a:lvl1pPr marL="0" indent="0"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 rtl="0"/>
            <a:r>
              <a:rPr lang="es-ES"/>
              <a:t>Contenido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906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lt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AE2DFFA2-22D4-4919-9C0C-45E51AF578AC}"/>
              </a:ext>
            </a:extLst>
          </p:cNvPr>
          <p:cNvSpPr/>
          <p:nvPr userDrawn="1"/>
        </p:nvSpPr>
        <p:spPr>
          <a:xfrm rot="5400000" flipH="1">
            <a:off x="-152592" y="162118"/>
            <a:ext cx="6400418" cy="6095233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24FBF45C-4020-4F59-8E88-4006B53BE427}"/>
              </a:ext>
            </a:extLst>
          </p:cNvPr>
          <p:cNvSpPr/>
          <p:nvPr userDrawn="1"/>
        </p:nvSpPr>
        <p:spPr>
          <a:xfrm rot="5400000" flipH="1">
            <a:off x="-161024" y="143687"/>
            <a:ext cx="6400418" cy="6113043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lumMod val="75000"/>
                  <a:alpha val="87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BFCE23BB-F1B6-4676-BAD7-56273E800FEB}"/>
              </a:ext>
            </a:extLst>
          </p:cNvPr>
          <p:cNvSpPr/>
          <p:nvPr userDrawn="1"/>
        </p:nvSpPr>
        <p:spPr>
          <a:xfrm rot="5400000" flipH="1">
            <a:off x="1932850" y="2249496"/>
            <a:ext cx="2211724" cy="6113042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3136A792-3F80-40BE-96DB-0CDC51B9AA89}"/>
              </a:ext>
            </a:extLst>
          </p:cNvPr>
          <p:cNvSpPr/>
          <p:nvPr userDrawn="1"/>
        </p:nvSpPr>
        <p:spPr>
          <a:xfrm rot="6097846">
            <a:off x="767675" y="747345"/>
            <a:ext cx="4808302" cy="4808302"/>
          </a:xfrm>
          <a:prstGeom prst="ellipse">
            <a:avLst/>
          </a:pr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0A3C02BB-F8E9-47C7-AF5B-34F4E0DF2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9154" y="987237"/>
            <a:ext cx="4506259" cy="2976491"/>
          </a:xfrm>
        </p:spPr>
        <p:txBody>
          <a:bodyPr rtlCol="0" anchor="b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 rtl="0"/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1" name="Subtítulo 2">
            <a:extLst>
              <a:ext uri="{FF2B5EF4-FFF2-40B4-BE49-F238E27FC236}">
                <a16:creationId xmlns:a16="http://schemas.microsoft.com/office/drawing/2014/main" id="{585BD763-B468-4FE3-BCE8-C2E276B77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154" y="4393824"/>
            <a:ext cx="4506259" cy="1597145"/>
          </a:xfrm>
        </p:spPr>
        <p:txBody>
          <a:bodyPr rtlCol="0">
            <a:normAutofit/>
          </a:bodyPr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algn="l" rtl="0"/>
            <a:endParaRPr lang="es-ES" sz="1400" dirty="0">
              <a:solidFill>
                <a:schemeClr val="bg1"/>
              </a:solidFill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>
                <a:solidFill>
                  <a:schemeClr val="bg1"/>
                </a:solidFill>
              </a:rPr>
              <a:t>Ejemplo de Texto de pie de página</a:t>
            </a:r>
          </a:p>
        </p:txBody>
      </p:sp>
      <p:sp>
        <p:nvSpPr>
          <p:cNvPr id="46" name="Marcador de posición de imagen 45">
            <a:extLst>
              <a:ext uri="{FF2B5EF4-FFF2-40B4-BE49-F238E27FC236}">
                <a16:creationId xmlns:a16="http://schemas.microsoft.com/office/drawing/2014/main" id="{D482A36A-6BEB-495C-8399-9E9EA28C2B3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31152" y="627063"/>
            <a:ext cx="4195763" cy="2674937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7" name="Marcador de posición de imagen 45">
            <a:extLst>
              <a:ext uri="{FF2B5EF4-FFF2-40B4-BE49-F238E27FC236}">
                <a16:creationId xmlns:a16="http://schemas.microsoft.com/office/drawing/2014/main" id="{23DC67C7-2D14-4866-B487-E6C7EF2D18D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31152" y="3621024"/>
            <a:ext cx="4195763" cy="2674937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8" name="Marcador de fecha 1">
            <a:extLst>
              <a:ext uri="{FF2B5EF4-FFF2-40B4-BE49-F238E27FC236}">
                <a16:creationId xmlns:a16="http://schemas.microsoft.com/office/drawing/2014/main" id="{2DCC7554-6615-4584-921E-91285C62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09560" y="6409944"/>
            <a:ext cx="3703320" cy="448056"/>
          </a:xfrm>
        </p:spPr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49" name="Marcador de número de diapositiva 3">
            <a:extLst>
              <a:ext uri="{FF2B5EF4-FFF2-40B4-BE49-F238E27FC236}">
                <a16:creationId xmlns:a16="http://schemas.microsoft.com/office/drawing/2014/main" id="{564CDF61-B448-4746-A22C-52C864C15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7744" y="6409944"/>
            <a:ext cx="438912" cy="448056"/>
          </a:xfrm>
        </p:spPr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204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EC0C88D-87E5-47C3-AA92-269E45C85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1"/>
            <a:ext cx="12192003" cy="2397392"/>
          </a:xfrm>
          <a:prstGeom prst="rect">
            <a:avLst/>
          </a:prstGeom>
          <a:gradFill>
            <a:gsLst>
              <a:gs pos="8000">
                <a:schemeClr val="accent6"/>
              </a:gs>
              <a:gs pos="86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>
                <a:solidFill>
                  <a:schemeClr val="bg1"/>
                </a:solidFill>
              </a:rPr>
              <a:t>Ejemplo de 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603500"/>
            <a:ext cx="10190163" cy="3468688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4D12C7D5-A921-47A9-8619-DD3D6EC81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4834054">
            <a:off x="4822383" y="-1739232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12000"/>
                </a:schemeClr>
              </a:gs>
              <a:gs pos="100000">
                <a:schemeClr val="accent6">
                  <a:lumMod val="60000"/>
                  <a:lumOff val="40000"/>
                  <a:alpha val="2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315B16-F859-4692-83E7-34DB86837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60818" y="0"/>
            <a:ext cx="8115300" cy="1945408"/>
          </a:xfrm>
          <a:prstGeom prst="rect">
            <a:avLst/>
          </a:prstGeom>
          <a:gradFill>
            <a:gsLst>
              <a:gs pos="0">
                <a:schemeClr val="accent6">
                  <a:alpha val="16000"/>
                </a:schemeClr>
              </a:gs>
              <a:gs pos="62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6955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EC0C88D-87E5-47C3-AA92-269E45C85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1"/>
            <a:ext cx="12192003" cy="2397392"/>
          </a:xfrm>
          <a:prstGeom prst="rect">
            <a:avLst/>
          </a:prstGeom>
          <a:gradFill>
            <a:gsLst>
              <a:gs pos="8000">
                <a:schemeClr val="accent6"/>
              </a:gs>
              <a:gs pos="86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>
                <a:solidFill>
                  <a:schemeClr val="bg1"/>
                </a:solidFill>
              </a:rPr>
              <a:t>Ejemplo de 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3" y="2865438"/>
            <a:ext cx="10240960" cy="2708655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4D12C7D5-A921-47A9-8619-DD3D6EC81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4834054">
            <a:off x="4822383" y="-1739232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12000"/>
                </a:schemeClr>
              </a:gs>
              <a:gs pos="100000">
                <a:schemeClr val="accent6">
                  <a:lumMod val="60000"/>
                  <a:lumOff val="40000"/>
                  <a:alpha val="2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4315B16-F859-4692-83E7-34DB86837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60818" y="0"/>
            <a:ext cx="8115300" cy="1945408"/>
          </a:xfrm>
          <a:prstGeom prst="rect">
            <a:avLst/>
          </a:prstGeom>
          <a:gradFill>
            <a:gsLst>
              <a:gs pos="0">
                <a:schemeClr val="accent6">
                  <a:alpha val="16000"/>
                </a:schemeClr>
              </a:gs>
              <a:gs pos="62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0241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B46EB34-1B8B-4396-BFD2-98D14076D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4460827"/>
            <a:ext cx="12192003" cy="2397392"/>
          </a:xfrm>
          <a:prstGeom prst="rect">
            <a:avLst/>
          </a:prstGeom>
          <a:gradFill>
            <a:gsLst>
              <a:gs pos="8000">
                <a:schemeClr val="accent6"/>
              </a:gs>
              <a:gs pos="86000">
                <a:schemeClr val="accent5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3E69A3D-D17E-4FD6-87AB-82FA30AC0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4038600" y="4463552"/>
            <a:ext cx="8153401" cy="2394447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81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CAE216A4-83E5-4AF8-83B6-82171757B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4834054">
            <a:off x="2944145" y="2710934"/>
            <a:ext cx="3118759" cy="4639931"/>
          </a:xfrm>
          <a:custGeom>
            <a:avLst/>
            <a:gdLst>
              <a:gd name="connsiteX0" fmla="*/ 3118759 w 3118759"/>
              <a:gd name="connsiteY0" fmla="*/ 79510 h 4639931"/>
              <a:gd name="connsiteX1" fmla="*/ 1204940 w 3118759"/>
              <a:gd name="connsiteY1" fmla="*/ 4639931 h 4639931"/>
              <a:gd name="connsiteX2" fmla="*/ 1103495 w 3118759"/>
              <a:gd name="connsiteY2" fmla="*/ 4578302 h 4639931"/>
              <a:gd name="connsiteX3" fmla="*/ 0 w 3118759"/>
              <a:gd name="connsiteY3" fmla="*/ 2502877 h 4639931"/>
              <a:gd name="connsiteX4" fmla="*/ 2502877 w 3118759"/>
              <a:gd name="connsiteY4" fmla="*/ 0 h 4639931"/>
              <a:gd name="connsiteX5" fmla="*/ 3007294 w 3118759"/>
              <a:gd name="connsiteY5" fmla="*/ 50850 h 4639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8759" h="4639931">
                <a:moveTo>
                  <a:pt x="3118759" y="79510"/>
                </a:moveTo>
                <a:lnTo>
                  <a:pt x="1204940" y="4639931"/>
                </a:lnTo>
                <a:lnTo>
                  <a:pt x="1103495" y="4578302"/>
                </a:lnTo>
                <a:cubicBezTo>
                  <a:pt x="437725" y="4128517"/>
                  <a:pt x="0" y="3366815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2675665" y="0"/>
                  <a:pt x="2844363" y="17509"/>
                  <a:pt x="3007294" y="50850"/>
                </a:cubicBezTo>
                <a:close/>
              </a:path>
            </a:pathLst>
          </a:custGeom>
          <a:gradFill>
            <a:gsLst>
              <a:gs pos="0">
                <a:schemeClr val="accent6">
                  <a:alpha val="12000"/>
                </a:schemeClr>
              </a:gs>
              <a:gs pos="100000">
                <a:schemeClr val="accent6">
                  <a:lumMod val="60000"/>
                  <a:lumOff val="40000"/>
                  <a:alpha val="20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743141D-24A2-4BE2-B276-C20C06CB9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76701" y="4460827"/>
            <a:ext cx="8115300" cy="1945408"/>
          </a:xfrm>
          <a:prstGeom prst="rect">
            <a:avLst/>
          </a:prstGeom>
          <a:gradFill>
            <a:gsLst>
              <a:gs pos="0">
                <a:schemeClr val="accent6">
                  <a:alpha val="16000"/>
                </a:schemeClr>
              </a:gs>
              <a:gs pos="62000">
                <a:schemeClr val="accent5">
                  <a:alpha val="0"/>
                </a:scheme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0" name="Título 6">
            <a:extLst>
              <a:ext uri="{FF2B5EF4-FFF2-40B4-BE49-F238E27FC236}">
                <a16:creationId xmlns:a16="http://schemas.microsoft.com/office/drawing/2014/main" id="{A35F720A-671B-47F4-88B8-83CD2FE3B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3807" y="4611271"/>
            <a:ext cx="10229073" cy="1171556"/>
          </a:xfrm>
        </p:spPr>
        <p:txBody>
          <a:bodyPr rtlCol="0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 rtl="0"/>
            <a:endParaRPr lang="es-ES" sz="3600" dirty="0">
              <a:solidFill>
                <a:schemeClr val="bg1"/>
              </a:solidFill>
            </a:endParaRPr>
          </a:p>
        </p:txBody>
      </p:sp>
      <p:sp>
        <p:nvSpPr>
          <p:cNvPr id="13" name="Marcador de contenido 7">
            <a:extLst>
              <a:ext uri="{FF2B5EF4-FFF2-40B4-BE49-F238E27FC236}">
                <a16:creationId xmlns:a16="http://schemas.microsoft.com/office/drawing/2014/main" id="{38168417-C3D6-45B7-898A-D94F37EA6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1" y="5970897"/>
            <a:ext cx="9448800" cy="429904"/>
          </a:xfrm>
        </p:spPr>
        <p:txBody>
          <a:bodyPr rtlCol="0">
            <a:normAutofit/>
          </a:bodyPr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algn="l" rtl="0">
              <a:lnSpc>
                <a:spcPct val="100000"/>
              </a:lnSpc>
            </a:pPr>
            <a:endParaRPr lang="es-ES" sz="1200" dirty="0">
              <a:solidFill>
                <a:schemeClr val="bg1"/>
              </a:solidFill>
            </a:endParaRP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7B0F7C81-3A6B-4709-B144-6A0DFEF3B8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4462272"/>
          </a:xfrm>
          <a:solidFill>
            <a:schemeClr val="accent6"/>
          </a:solidFill>
        </p:spPr>
        <p:txBody>
          <a:bodyPr rtlCol="0" anchor="ctr"/>
          <a:lstStyle>
            <a:lvl1pPr algn="ctr">
              <a:defRPr/>
            </a:lvl1pPr>
          </a:lstStyle>
          <a:p>
            <a:pPr rtl="0"/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>
                <a:solidFill>
                  <a:schemeClr val="bg1"/>
                </a:solidFill>
              </a:rPr>
              <a:t>Ejemplo de Texto de pie de página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8048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Equ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ABBCEB0-C572-483A-88B2-C65A607EC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428"/>
            <a:ext cx="12192001" cy="2386759"/>
          </a:xfrm>
          <a:prstGeom prst="rect">
            <a:avLst/>
          </a:prstGeom>
          <a:gradFill>
            <a:gsLst>
              <a:gs pos="10000">
                <a:schemeClr val="accent5">
                  <a:alpha val="86000"/>
                </a:schemeClr>
              </a:gs>
              <a:gs pos="100000">
                <a:schemeClr val="accent6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64DDF8D-E0F6-454C-9BC5-15EF5630F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4817660" y="8011"/>
            <a:ext cx="7374340" cy="2378309"/>
          </a:xfrm>
          <a:prstGeom prst="rect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100000">
                <a:schemeClr val="accent2"/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8" name="Título 10">
            <a:extLst>
              <a:ext uri="{FF2B5EF4-FFF2-40B4-BE49-F238E27FC236}">
                <a16:creationId xmlns:a16="http://schemas.microsoft.com/office/drawing/2014/main" id="{382B2655-24B6-4245-8B87-EE7F138879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580030"/>
            <a:ext cx="10240903" cy="1009934"/>
          </a:xfrm>
        </p:spPr>
        <p:txBody>
          <a:bodyPr rtlCol="0"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>
                <a:solidFill>
                  <a:schemeClr val="bg1"/>
                </a:solidFill>
              </a:rPr>
              <a:t>equipo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>
                <a:solidFill>
                  <a:schemeClr val="bg1"/>
                </a:solidFill>
              </a:rPr>
              <a:t>Ejemplo de Texto de pie de página</a:t>
            </a:r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E1866142-B2E0-46DB-B8B4-2078CE7804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5013" y="1819656"/>
            <a:ext cx="2282932" cy="2282932"/>
          </a:xfrm>
          <a:custGeom>
            <a:avLst/>
            <a:gdLst>
              <a:gd name="connsiteX0" fmla="*/ 1141466 w 2282932"/>
              <a:gd name="connsiteY0" fmla="*/ 0 h 2282932"/>
              <a:gd name="connsiteX1" fmla="*/ 2282932 w 2282932"/>
              <a:gd name="connsiteY1" fmla="*/ 1141466 h 2282932"/>
              <a:gd name="connsiteX2" fmla="*/ 1141466 w 2282932"/>
              <a:gd name="connsiteY2" fmla="*/ 2282932 h 2282932"/>
              <a:gd name="connsiteX3" fmla="*/ 0 w 2282932"/>
              <a:gd name="connsiteY3" fmla="*/ 1141466 h 2282932"/>
              <a:gd name="connsiteX4" fmla="*/ 1141466 w 2282932"/>
              <a:gd name="connsiteY4" fmla="*/ 0 h 228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rtlCol="0" anchor="ctr">
            <a:noAutofit/>
          </a:bodyPr>
          <a:lstStyle>
            <a:lvl1pPr algn="ctr">
              <a:defRPr/>
            </a:lvl1pPr>
          </a:lstStyle>
          <a:p>
            <a:pPr rtl="0"/>
            <a:endParaRPr lang="es-ES" dirty="0"/>
          </a:p>
        </p:txBody>
      </p:sp>
      <p:sp>
        <p:nvSpPr>
          <p:cNvPr id="17" name="Marcador de posición de imagen 16">
            <a:extLst>
              <a:ext uri="{FF2B5EF4-FFF2-40B4-BE49-F238E27FC236}">
                <a16:creationId xmlns:a16="http://schemas.microsoft.com/office/drawing/2014/main" id="{C386A221-28CD-49DF-AF22-78815A6E2F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57600" y="1819656"/>
            <a:ext cx="2282932" cy="2282932"/>
          </a:xfrm>
          <a:custGeom>
            <a:avLst/>
            <a:gdLst>
              <a:gd name="connsiteX0" fmla="*/ 1141466 w 2282932"/>
              <a:gd name="connsiteY0" fmla="*/ 0 h 2282932"/>
              <a:gd name="connsiteX1" fmla="*/ 2282932 w 2282932"/>
              <a:gd name="connsiteY1" fmla="*/ 1141466 h 2282932"/>
              <a:gd name="connsiteX2" fmla="*/ 1141466 w 2282932"/>
              <a:gd name="connsiteY2" fmla="*/ 2282932 h 2282932"/>
              <a:gd name="connsiteX3" fmla="*/ 0 w 2282932"/>
              <a:gd name="connsiteY3" fmla="*/ 1141466 h 2282932"/>
              <a:gd name="connsiteX4" fmla="*/ 1141466 w 2282932"/>
              <a:gd name="connsiteY4" fmla="*/ 0 h 228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rtlCol="0" anchor="ctr">
            <a:noAutofit/>
          </a:bodyPr>
          <a:lstStyle>
            <a:lvl1pPr algn="ctr">
              <a:defRPr/>
            </a:lvl1pPr>
          </a:lstStyle>
          <a:p>
            <a:pPr rtl="0"/>
            <a:endParaRPr lang="es-ES" dirty="0"/>
          </a:p>
        </p:txBody>
      </p:sp>
      <p:sp>
        <p:nvSpPr>
          <p:cNvPr id="18" name="Marcador de posición de imagen 17">
            <a:extLst>
              <a:ext uri="{FF2B5EF4-FFF2-40B4-BE49-F238E27FC236}">
                <a16:creationId xmlns:a16="http://schemas.microsoft.com/office/drawing/2014/main" id="{3671C398-D779-4B1A-BD2F-395D1F3F8D2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81928" y="1819656"/>
            <a:ext cx="2282932" cy="2282932"/>
          </a:xfrm>
          <a:custGeom>
            <a:avLst/>
            <a:gdLst>
              <a:gd name="connsiteX0" fmla="*/ 1141466 w 2282932"/>
              <a:gd name="connsiteY0" fmla="*/ 0 h 2282932"/>
              <a:gd name="connsiteX1" fmla="*/ 2282932 w 2282932"/>
              <a:gd name="connsiteY1" fmla="*/ 1141466 h 2282932"/>
              <a:gd name="connsiteX2" fmla="*/ 1141466 w 2282932"/>
              <a:gd name="connsiteY2" fmla="*/ 2282932 h 2282932"/>
              <a:gd name="connsiteX3" fmla="*/ 0 w 2282932"/>
              <a:gd name="connsiteY3" fmla="*/ 1141466 h 2282932"/>
              <a:gd name="connsiteX4" fmla="*/ 1141466 w 2282932"/>
              <a:gd name="connsiteY4" fmla="*/ 0 h 228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rtlCol="0" anchor="ctr">
            <a:noAutofit/>
          </a:bodyPr>
          <a:lstStyle>
            <a:lvl1pPr algn="ctr">
              <a:defRPr/>
            </a:lvl1pPr>
          </a:lstStyle>
          <a:p>
            <a:pPr rtl="0"/>
            <a:endParaRPr lang="es-ES" dirty="0"/>
          </a:p>
        </p:txBody>
      </p:sp>
      <p:sp>
        <p:nvSpPr>
          <p:cNvPr id="19" name="Marcador de posición de imagen 18">
            <a:extLst>
              <a:ext uri="{FF2B5EF4-FFF2-40B4-BE49-F238E27FC236}">
                <a16:creationId xmlns:a16="http://schemas.microsoft.com/office/drawing/2014/main" id="{C283C6BE-C8D0-4726-B217-58FE337E5E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7112" y="1819656"/>
            <a:ext cx="2282932" cy="2282932"/>
          </a:xfrm>
          <a:custGeom>
            <a:avLst/>
            <a:gdLst>
              <a:gd name="connsiteX0" fmla="*/ 1141466 w 2282932"/>
              <a:gd name="connsiteY0" fmla="*/ 0 h 2282932"/>
              <a:gd name="connsiteX1" fmla="*/ 2282932 w 2282932"/>
              <a:gd name="connsiteY1" fmla="*/ 1141466 h 2282932"/>
              <a:gd name="connsiteX2" fmla="*/ 1141466 w 2282932"/>
              <a:gd name="connsiteY2" fmla="*/ 2282932 h 2282932"/>
              <a:gd name="connsiteX3" fmla="*/ 0 w 2282932"/>
              <a:gd name="connsiteY3" fmla="*/ 1141466 h 2282932"/>
              <a:gd name="connsiteX4" fmla="*/ 1141466 w 2282932"/>
              <a:gd name="connsiteY4" fmla="*/ 0 h 2282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82932" h="2282932">
                <a:moveTo>
                  <a:pt x="1141466" y="0"/>
                </a:moveTo>
                <a:cubicBezTo>
                  <a:pt x="1771880" y="0"/>
                  <a:pt x="2282932" y="511052"/>
                  <a:pt x="2282932" y="1141466"/>
                </a:cubicBezTo>
                <a:cubicBezTo>
                  <a:pt x="2282932" y="1771880"/>
                  <a:pt x="1771880" y="2282932"/>
                  <a:pt x="1141466" y="2282932"/>
                </a:cubicBezTo>
                <a:cubicBezTo>
                  <a:pt x="511052" y="2282932"/>
                  <a:pt x="0" y="1771880"/>
                  <a:pt x="0" y="1141466"/>
                </a:cubicBezTo>
                <a:cubicBezTo>
                  <a:pt x="0" y="511052"/>
                  <a:pt x="511052" y="0"/>
                  <a:pt x="1141466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 rtlCol="0" anchor="ctr">
            <a:noAutofit/>
          </a:bodyPr>
          <a:lstStyle>
            <a:lvl1pPr algn="ctr">
              <a:defRPr/>
            </a:lvl1pPr>
          </a:lstStyle>
          <a:p>
            <a:pPr rtl="0"/>
            <a:endParaRPr lang="es-ES" dirty="0"/>
          </a:p>
        </p:txBody>
      </p:sp>
      <p:sp>
        <p:nvSpPr>
          <p:cNvPr id="20" name="Marcador de texto 14">
            <a:extLst>
              <a:ext uri="{FF2B5EF4-FFF2-40B4-BE49-F238E27FC236}">
                <a16:creationId xmlns:a16="http://schemas.microsoft.com/office/drawing/2014/main" id="{035F3E11-74CF-4460-9FF3-DD91B5E570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368" y="4466873"/>
            <a:ext cx="2286000" cy="274320"/>
          </a:xfrm>
        </p:spPr>
        <p:txBody>
          <a:bodyPr rtlCol="0"/>
          <a:lstStyle>
            <a:lvl1pPr algn="ctr">
              <a:lnSpc>
                <a:spcPct val="100000"/>
              </a:lnSpc>
              <a:buNone/>
              <a:defRPr sz="1800" b="1"/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24" name="Marcador de texto 14">
            <a:extLst>
              <a:ext uri="{FF2B5EF4-FFF2-40B4-BE49-F238E27FC236}">
                <a16:creationId xmlns:a16="http://schemas.microsoft.com/office/drawing/2014/main" id="{7D857D03-665D-4D33-B7E8-B85D42470B0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45013" y="4877332"/>
            <a:ext cx="2286000" cy="594360"/>
          </a:xfrm>
        </p:spPr>
        <p:txBody>
          <a:bodyPr rtlCol="0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 rtl="0"/>
            <a:r>
              <a:rPr lang="es-ES"/>
              <a:t>Título</a:t>
            </a:r>
          </a:p>
        </p:txBody>
      </p:sp>
      <p:sp>
        <p:nvSpPr>
          <p:cNvPr id="28" name="Marcador de texto 14">
            <a:extLst>
              <a:ext uri="{FF2B5EF4-FFF2-40B4-BE49-F238E27FC236}">
                <a16:creationId xmlns:a16="http://schemas.microsoft.com/office/drawing/2014/main" id="{65D2C286-1A79-4B52-82F1-D520602693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67663" y="4466873"/>
            <a:ext cx="2286000" cy="274320"/>
          </a:xfrm>
        </p:spPr>
        <p:txBody>
          <a:bodyPr rtlCol="0"/>
          <a:lstStyle>
            <a:lvl1pPr algn="ctr">
              <a:lnSpc>
                <a:spcPct val="100000"/>
              </a:lnSpc>
              <a:buNone/>
              <a:defRPr sz="1800" b="1"/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29" name="Marcador de texto 14">
            <a:extLst>
              <a:ext uri="{FF2B5EF4-FFF2-40B4-BE49-F238E27FC236}">
                <a16:creationId xmlns:a16="http://schemas.microsoft.com/office/drawing/2014/main" id="{F0B53ABB-D4AE-4C0B-9902-0C1763EE40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81308" y="4877332"/>
            <a:ext cx="2286000" cy="594360"/>
          </a:xfrm>
        </p:spPr>
        <p:txBody>
          <a:bodyPr rtlCol="0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 rtl="0"/>
            <a:r>
              <a:rPr lang="es-ES"/>
              <a:t>Título</a:t>
            </a:r>
          </a:p>
        </p:txBody>
      </p:sp>
      <p:sp>
        <p:nvSpPr>
          <p:cNvPr id="30" name="Marcador de texto 14">
            <a:extLst>
              <a:ext uri="{FF2B5EF4-FFF2-40B4-BE49-F238E27FC236}">
                <a16:creationId xmlns:a16="http://schemas.microsoft.com/office/drawing/2014/main" id="{3AE87779-12F2-4327-ADEE-3F31BFB8D3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90307" y="4466873"/>
            <a:ext cx="2286000" cy="274320"/>
          </a:xfrm>
        </p:spPr>
        <p:txBody>
          <a:bodyPr rtlCol="0"/>
          <a:lstStyle>
            <a:lvl1pPr algn="ctr">
              <a:lnSpc>
                <a:spcPct val="100000"/>
              </a:lnSpc>
              <a:buNone/>
              <a:defRPr sz="1800" b="1"/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31" name="Marcador de texto 14">
            <a:extLst>
              <a:ext uri="{FF2B5EF4-FFF2-40B4-BE49-F238E27FC236}">
                <a16:creationId xmlns:a16="http://schemas.microsoft.com/office/drawing/2014/main" id="{0DCB8055-0EA2-426F-989D-AC9932A17A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03952" y="4877332"/>
            <a:ext cx="2286000" cy="594360"/>
          </a:xfrm>
        </p:spPr>
        <p:txBody>
          <a:bodyPr rtlCol="0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 rtl="0"/>
            <a:r>
              <a:rPr lang="es-ES"/>
              <a:t>Título</a:t>
            </a:r>
          </a:p>
        </p:txBody>
      </p:sp>
      <p:sp>
        <p:nvSpPr>
          <p:cNvPr id="32" name="Marcador de texto 14">
            <a:extLst>
              <a:ext uri="{FF2B5EF4-FFF2-40B4-BE49-F238E27FC236}">
                <a16:creationId xmlns:a16="http://schemas.microsoft.com/office/drawing/2014/main" id="{308EC59B-41AE-4F1B-9364-A00C479F76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24408" y="4466873"/>
            <a:ext cx="2286000" cy="274320"/>
          </a:xfrm>
        </p:spPr>
        <p:txBody>
          <a:bodyPr rtlCol="0"/>
          <a:lstStyle>
            <a:lvl1pPr algn="ctr">
              <a:lnSpc>
                <a:spcPct val="100000"/>
              </a:lnSpc>
              <a:buNone/>
              <a:defRPr sz="1800" b="1"/>
            </a:lvl1pPr>
          </a:lstStyle>
          <a:p>
            <a:pPr lvl="0" rtl="0"/>
            <a:r>
              <a:rPr lang="es-ES"/>
              <a:t>Nombre</a:t>
            </a:r>
          </a:p>
        </p:txBody>
      </p:sp>
      <p:sp>
        <p:nvSpPr>
          <p:cNvPr id="33" name="Marcador de texto 14">
            <a:extLst>
              <a:ext uri="{FF2B5EF4-FFF2-40B4-BE49-F238E27FC236}">
                <a16:creationId xmlns:a16="http://schemas.microsoft.com/office/drawing/2014/main" id="{BC3965F4-D2B3-4353-A638-332A3F4E704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38053" y="4877332"/>
            <a:ext cx="2286000" cy="594360"/>
          </a:xfrm>
        </p:spPr>
        <p:txBody>
          <a:bodyPr rtlCol="0"/>
          <a:lstStyle>
            <a:lvl1pPr algn="ctr">
              <a:lnSpc>
                <a:spcPct val="100000"/>
              </a:lnSpc>
              <a:buNone/>
              <a:defRPr sz="1600"/>
            </a:lvl1pPr>
          </a:lstStyle>
          <a:p>
            <a:pPr lvl="0" rtl="0"/>
            <a:r>
              <a:rPr lang="es-ES"/>
              <a:t>Título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8859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68" userDrawn="1">
          <p15:clr>
            <a:srgbClr val="FBAE40"/>
          </p15:clr>
        </p15:guide>
        <p15:guide id="2" pos="3024" userDrawn="1">
          <p15:clr>
            <a:srgbClr val="FBAE40"/>
          </p15:clr>
        </p15:guide>
        <p15:guide id="3" pos="4680" userDrawn="1">
          <p15:clr>
            <a:srgbClr val="FBAE40"/>
          </p15:clr>
        </p15:guide>
        <p15:guide id="4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scala de ti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/>
              <a:t>Ejemplo de Texto de pie de página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rtlCol="0"/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615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contenido 2 (diapositiva de comparació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/>
              <a:t>Ejemplo de Texto de pie de página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 rtlCol="0"/>
          <a:lstStyle>
            <a:lvl1pPr marL="283464" indent="-283464">
              <a:defRPr/>
            </a:lvl1pPr>
            <a:lvl2pPr marL="283464" indent="-283464">
              <a:defRPr/>
            </a:lvl2pPr>
            <a:lvl3pPr marL="283464" indent="-283464">
              <a:defRPr/>
            </a:lvl3pPr>
            <a:lvl4pPr marL="283464" indent="-283464">
              <a:defRPr/>
            </a:lvl4pPr>
            <a:lvl5pPr marL="283464" indent="-283464">
              <a:defRPr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 rtlCol="0"/>
          <a:lstStyle>
            <a:lvl1pPr marL="283464" indent="-283464">
              <a:defRPr/>
            </a:lvl1pPr>
            <a:lvl2pPr marL="283464" indent="-283464">
              <a:defRPr/>
            </a:lvl2pPr>
            <a:lvl3pPr marL="283464" indent="-283464">
              <a:defRPr/>
            </a:lvl3pPr>
            <a:lvl4pPr marL="283464" indent="-283464">
              <a:defRPr/>
            </a:lvl4pPr>
            <a:lvl5pPr marL="283464" indent="-283464">
              <a:defRPr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4478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de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/>
              <a:t>Ejemplo de Texto de pie de página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32004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3200400" cy="3104856"/>
          </a:xfrm>
        </p:spPr>
        <p:txBody>
          <a:bodyPr rtlCol="0">
            <a:normAutofit/>
          </a:bodyPr>
          <a:lstStyle>
            <a:lvl1pPr marL="283464" indent="-283464">
              <a:defRPr sz="1800"/>
            </a:lvl1pPr>
            <a:lvl2pPr marL="283464" indent="-283464">
              <a:defRPr sz="1800"/>
            </a:lvl2pPr>
            <a:lvl3pPr marL="283464" indent="-283464">
              <a:defRPr sz="16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892040" y="2109976"/>
            <a:ext cx="32004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892040" y="3016183"/>
            <a:ext cx="3200400" cy="3104857"/>
          </a:xfrm>
        </p:spPr>
        <p:txBody>
          <a:bodyPr rtlCol="0">
            <a:normAutofit/>
          </a:bodyPr>
          <a:lstStyle>
            <a:lvl1pPr marL="283464" indent="-283464">
              <a:defRPr sz="1800"/>
            </a:lvl1pPr>
            <a:lvl2pPr marL="283464" indent="-283464">
              <a:defRPr sz="1800"/>
            </a:lvl2pPr>
            <a:lvl3pPr marL="283464" indent="-283464">
              <a:defRPr sz="16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5A7CDD05-39F5-4344-992F-995A7F9E82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0" y="2112263"/>
            <a:ext cx="32004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Marcador de contenido 5">
            <a:extLst>
              <a:ext uri="{FF2B5EF4-FFF2-40B4-BE49-F238E27FC236}">
                <a16:creationId xmlns:a16="http://schemas.microsoft.com/office/drawing/2014/main" id="{93C996A2-0E21-4652-A9DD-F74F8BC040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0" y="3018470"/>
            <a:ext cx="3200400" cy="3104857"/>
          </a:xfrm>
        </p:spPr>
        <p:txBody>
          <a:bodyPr rtlCol="0">
            <a:normAutofit/>
          </a:bodyPr>
          <a:lstStyle>
            <a:lvl1pPr marL="283464" indent="-283464">
              <a:defRPr sz="1800"/>
            </a:lvl1pPr>
            <a:lvl2pPr marL="283464" indent="-283464">
              <a:defRPr sz="1800"/>
            </a:lvl2pPr>
            <a:lvl3pPr marL="283464" indent="-283464">
              <a:defRPr sz="1600"/>
            </a:lvl3pPr>
            <a:lvl4pPr marL="283464" indent="-283464">
              <a:defRPr sz="1400"/>
            </a:lvl4pPr>
            <a:lvl5pPr marL="283464" indent="-283464">
              <a:defRPr sz="14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5717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Resu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01A8306-2063-4EE3-B249-F2AA08C30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6096000" cy="6867136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3E64438-1D32-4E70-8582-6A520002B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57200" y="17416"/>
            <a:ext cx="5638800" cy="6840584"/>
          </a:xfrm>
          <a:prstGeom prst="rect">
            <a:avLst/>
          </a:prstGeom>
          <a:gradFill>
            <a:gsLst>
              <a:gs pos="2400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8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4954AC3-129F-4075-B216-D22A2C240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>
            <a:off x="-170122" y="389706"/>
            <a:ext cx="6422401" cy="6096002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78000">
                <a:schemeClr val="accent4"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17117C9-4AC1-4174-8CED-D839A0508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17670" y="1253114"/>
            <a:ext cx="6840582" cy="4316082"/>
          </a:xfrm>
          <a:prstGeom prst="rect">
            <a:avLst/>
          </a:prstGeom>
          <a:gradFill>
            <a:gsLst>
              <a:gs pos="44000">
                <a:schemeClr val="tx2">
                  <a:lumMod val="75000"/>
                  <a:lumOff val="25000"/>
                  <a:alpha val="11000"/>
                </a:schemeClr>
              </a:gs>
              <a:gs pos="99000">
                <a:schemeClr val="accent2">
                  <a:alpha val="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FDBA4B60-FD16-4BB9-99BE-945815DB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97"/>
            <a:ext cx="3319895" cy="5381177"/>
          </a:xfrm>
        </p:spPr>
        <p:txBody>
          <a:bodyPr rtlCol="0" anchor="ctr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3648B8AB-3038-447E-A760-83F9D9900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4907757">
            <a:off x="-619013" y="1524958"/>
            <a:ext cx="4648282" cy="4433301"/>
          </a:xfrm>
          <a:custGeom>
            <a:avLst/>
            <a:gdLst>
              <a:gd name="connsiteX0" fmla="*/ 4465639 w 4648282"/>
              <a:gd name="connsiteY0" fmla="*/ 3013821 h 4433301"/>
              <a:gd name="connsiteX1" fmla="*/ 2324141 w 4648282"/>
              <a:gd name="connsiteY1" fmla="*/ 4433301 h 4433301"/>
              <a:gd name="connsiteX2" fmla="*/ 0 w 4648282"/>
              <a:gd name="connsiteY2" fmla="*/ 2109160 h 4433301"/>
              <a:gd name="connsiteX3" fmla="*/ 1216317 w 4648282"/>
              <a:gd name="connsiteY3" fmla="*/ 65530 h 4433301"/>
              <a:gd name="connsiteX4" fmla="*/ 1352350 w 4648282"/>
              <a:gd name="connsiteY4" fmla="*/ 0 h 4433301"/>
              <a:gd name="connsiteX5" fmla="*/ 4475994 w 4648282"/>
              <a:gd name="connsiteY5" fmla="*/ 1232791 h 4433301"/>
              <a:gd name="connsiteX6" fmla="*/ 4543793 w 4648282"/>
              <a:gd name="connsiteY6" fmla="*/ 1418031 h 4433301"/>
              <a:gd name="connsiteX7" fmla="*/ 4648282 w 4648282"/>
              <a:gd name="connsiteY7" fmla="*/ 2109160 h 4433301"/>
              <a:gd name="connsiteX8" fmla="*/ 4465639 w 4648282"/>
              <a:gd name="connsiteY8" fmla="*/ 3013821 h 4433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48282" h="4433301">
                <a:moveTo>
                  <a:pt x="4465639" y="3013821"/>
                </a:moveTo>
                <a:cubicBezTo>
                  <a:pt x="4112816" y="3847990"/>
                  <a:pt x="3286832" y="4433301"/>
                  <a:pt x="2324141" y="4433301"/>
                </a:cubicBezTo>
                <a:cubicBezTo>
                  <a:pt x="1040553" y="4433301"/>
                  <a:pt x="0" y="3392748"/>
                  <a:pt x="0" y="2109160"/>
                </a:cubicBezTo>
                <a:cubicBezTo>
                  <a:pt x="0" y="1226693"/>
                  <a:pt x="491824" y="459098"/>
                  <a:pt x="1216317" y="65530"/>
                </a:cubicBezTo>
                <a:lnTo>
                  <a:pt x="1352350" y="0"/>
                </a:lnTo>
                <a:lnTo>
                  <a:pt x="4475994" y="1232791"/>
                </a:lnTo>
                <a:lnTo>
                  <a:pt x="4543793" y="1418031"/>
                </a:lnTo>
                <a:cubicBezTo>
                  <a:pt x="4611700" y="1636359"/>
                  <a:pt x="4648282" y="1868487"/>
                  <a:pt x="4648282" y="2109160"/>
                </a:cubicBezTo>
                <a:cubicBezTo>
                  <a:pt x="4648282" y="2430057"/>
                  <a:pt x="4583247" y="2735764"/>
                  <a:pt x="4465639" y="3013821"/>
                </a:cubicBezTo>
                <a:close/>
              </a:path>
            </a:pathLst>
          </a:custGeom>
          <a:gradFill>
            <a:gsLst>
              <a:gs pos="31000">
                <a:schemeClr val="accent6">
                  <a:alpha val="10000"/>
                </a:schemeClr>
              </a:gs>
              <a:gs pos="85000">
                <a:schemeClr val="accent6">
                  <a:lumMod val="60000"/>
                  <a:lumOff val="40000"/>
                  <a:alpha val="21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>
                <a:solidFill>
                  <a:schemeClr val="bg1"/>
                </a:solidFill>
              </a:rPr>
              <a:t>Ejemplo de Texto de pie de página</a:t>
            </a:r>
          </a:p>
        </p:txBody>
      </p:sp>
      <p:sp>
        <p:nvSpPr>
          <p:cNvPr id="16" name="Marcador de posición de imagen 15">
            <a:extLst>
              <a:ext uri="{FF2B5EF4-FFF2-40B4-BE49-F238E27FC236}">
                <a16:creationId xmlns:a16="http://schemas.microsoft.com/office/drawing/2014/main" id="{F4B1264E-7B5A-4325-840D-E1994D41E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08576" y="758952"/>
            <a:ext cx="2962656" cy="2514600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17" name="Marcador de posición de imagen 15">
            <a:extLst>
              <a:ext uri="{FF2B5EF4-FFF2-40B4-BE49-F238E27FC236}">
                <a16:creationId xmlns:a16="http://schemas.microsoft.com/office/drawing/2014/main" id="{30B566CA-63FC-43A4-A9E1-7EC3164CB4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08576" y="3593592"/>
            <a:ext cx="2962656" cy="2514600"/>
          </a:xfrm>
          <a:solidFill>
            <a:schemeClr val="accent6"/>
          </a:solidFill>
        </p:spPr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12" name="Marcador de contenido 11">
            <a:extLst>
              <a:ext uri="{FF2B5EF4-FFF2-40B4-BE49-F238E27FC236}">
                <a16:creationId xmlns:a16="http://schemas.microsoft.com/office/drawing/2014/main" id="{7DBD15FE-44A7-4CA5-815B-71FF4994DB1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89901" y="693738"/>
            <a:ext cx="3522980" cy="5446712"/>
          </a:xfrm>
        </p:spPr>
        <p:txBody>
          <a:bodyPr rtlCol="0" anchor="ctr"/>
          <a:lstStyle>
            <a:lvl1pPr marL="0" indent="0"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 rtl="0"/>
            <a:r>
              <a:rPr lang="es-ES"/>
              <a:t>Objeto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96647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ier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29C97D6C-07B7-434E-BBAE-19379570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3193" y="457201"/>
            <a:ext cx="3091607" cy="1727643"/>
          </a:xfrm>
        </p:spPr>
        <p:txBody>
          <a:bodyPr rtlCol="0" anchor="b">
            <a:normAutofit/>
          </a:bodyPr>
          <a:lstStyle/>
          <a:p>
            <a:pPr rtl="0"/>
            <a:endParaRPr lang="es-ES" sz="2800" dirty="0"/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DA2D2C88-FFBE-4F25-871F-68A09C5F53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8119872" cy="6409944"/>
          </a:xfrm>
          <a:solidFill>
            <a:schemeClr val="accent6"/>
          </a:solidFill>
        </p:spPr>
        <p:txBody>
          <a:bodyPr rtlCol="0" anchor="ctr"/>
          <a:lstStyle>
            <a:lvl1pPr algn="ctr">
              <a:defRPr/>
            </a:lvl1pPr>
          </a:lstStyle>
          <a:p>
            <a:pPr rtl="0"/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es-ES">
                <a:solidFill>
                  <a:schemeClr val="bg1"/>
                </a:solidFill>
              </a:rPr>
              <a:t>Ejemplo de Texto de pie de página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D0529A2-5928-42C4-B397-6AEE7520D2C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643938" y="2530475"/>
            <a:ext cx="3023806" cy="3427413"/>
          </a:xfrm>
        </p:spPr>
        <p:txBody>
          <a:bodyPr rtlCol="0"/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 rtl="0"/>
            <a:r>
              <a:rPr lang="es-ES"/>
              <a:t>Objeto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40365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/>
              <a:t>Ejemplo de Texto de pie de página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52051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rtlCol="0" anchor="b">
            <a:noAutofit/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43851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rtlCol="0" anchor="b">
            <a:noAutofit/>
          </a:bodyPr>
          <a:lstStyle>
            <a:lvl1pPr>
              <a:defRPr sz="2400" baseline="0"/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Lunes, 1 de febrero de 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/>
              <a:t>Ejemplo de Texto de pie de página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389E6-C847-4AD0-B56D-D205B2EAB1E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18203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E5CF8EE9-A776-4052-ABB2-29666265C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409177"/>
            <a:ext cx="12192000" cy="456774"/>
            <a:chOff x="0" y="6401226"/>
            <a:chExt cx="12192000" cy="456774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CCF2F3BB-127D-44BC-A8EF-A8BB5F5911CA}"/>
                </a:ext>
              </a:extLst>
            </p:cNvPr>
            <p:cNvSpPr/>
            <p:nvPr/>
          </p:nvSpPr>
          <p:spPr>
            <a:xfrm rot="10800000" flipH="1">
              <a:off x="0" y="6401226"/>
              <a:ext cx="12192000" cy="456773"/>
            </a:xfrm>
            <a:prstGeom prst="rect">
              <a:avLst/>
            </a:prstGeom>
            <a:gradFill>
              <a:gsLst>
                <a:gs pos="14000">
                  <a:schemeClr val="accent4">
                    <a:alpha val="28000"/>
                  </a:schemeClr>
                </a:gs>
                <a:gs pos="100000">
                  <a:schemeClr val="accent5">
                    <a:alpha val="85000"/>
                  </a:schemeClr>
                </a:gs>
              </a:gsLst>
              <a:lin ang="6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10D1F30-F118-4A1F-A48F-7E5706959F64}"/>
                </a:ext>
              </a:extLst>
            </p:cNvPr>
            <p:cNvSpPr/>
            <p:nvPr/>
          </p:nvSpPr>
          <p:spPr>
            <a:xfrm flipH="1">
              <a:off x="4038602" y="6401228"/>
              <a:ext cx="8153398" cy="456772"/>
            </a:xfrm>
            <a:prstGeom prst="rect">
              <a:avLst/>
            </a:prstGeom>
            <a:gradFill>
              <a:gsLst>
                <a:gs pos="9000">
                  <a:schemeClr val="accent2">
                    <a:lumMod val="60000"/>
                    <a:lumOff val="40000"/>
                    <a:alpha val="55000"/>
                  </a:schemeClr>
                </a:gs>
                <a:gs pos="99000">
                  <a:schemeClr val="accent2"/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dirty="0"/>
            </a:p>
          </p:txBody>
        </p:sp>
      </p:grp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pPr rtl="0"/>
            <a:r>
              <a:rPr lang="es-ES"/>
              <a:t>Lunes, 1 de febrero de 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b="0"/>
              <a:t>Ejemplo de Texto de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C01389E6-C847-4AD0-B56D-D205B2EAB1E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236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8" r:id="rId2"/>
    <p:sldLayoutId id="2147483680" r:id="rId3"/>
    <p:sldLayoutId id="2147483661" r:id="rId4"/>
    <p:sldLayoutId id="2147483686" r:id="rId5"/>
    <p:sldLayoutId id="2147483684" r:id="rId6"/>
    <p:sldLayoutId id="2147483681" r:id="rId7"/>
    <p:sldLayoutId id="2147483685" r:id="rId8"/>
    <p:sldLayoutId id="2147483650" r:id="rId9"/>
    <p:sldLayoutId id="2147483653" r:id="rId10"/>
    <p:sldLayoutId id="2147483682" r:id="rId11"/>
    <p:sldLayoutId id="2147483683" r:id="rId12"/>
    <p:sldLayoutId id="2147483679" r:id="rId13"/>
    <p:sldLayoutId id="2147483655" r:id="rId14"/>
    <p:sldLayoutId id="2147483656" r:id="rId15"/>
    <p:sldLayoutId id="2147483657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B799020-4ABD-4E8C-8F34-FD42A314F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918" y="1028700"/>
            <a:ext cx="10614211" cy="1152712"/>
          </a:xfrm>
        </p:spPr>
        <p:txBody>
          <a:bodyPr rtlCol="0"/>
          <a:lstStyle/>
          <a:p>
            <a:pPr rtl="0"/>
            <a:r>
              <a:rPr lang="es-ES" dirty="0"/>
              <a:t>SENTENCIAS SQL SERVER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6968B250-ACDF-4D57-BD3E-D18F93E45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08518"/>
            <a:ext cx="9144000" cy="609600"/>
          </a:xfrm>
        </p:spPr>
        <p:txBody>
          <a:bodyPr rtlCol="0"/>
          <a:lstStyle/>
          <a:p>
            <a:pPr rtl="0"/>
            <a:r>
              <a:rPr lang="es-ES" dirty="0" err="1"/>
              <a:t>Jose</a:t>
            </a:r>
            <a:r>
              <a:rPr lang="es-ES" dirty="0"/>
              <a:t> </a:t>
            </a:r>
            <a:r>
              <a:rPr lang="es-ES" dirty="0" err="1"/>
              <a:t>Angel</a:t>
            </a:r>
            <a:r>
              <a:rPr lang="es-ES" dirty="0"/>
              <a:t> Garcia </a:t>
            </a:r>
            <a:r>
              <a:rPr lang="es-ES" dirty="0" err="1"/>
              <a:t>Juarez</a:t>
            </a:r>
            <a:r>
              <a:rPr lang="es-ES" dirty="0"/>
              <a:t> – TR NETWORK</a:t>
            </a:r>
          </a:p>
        </p:txBody>
      </p:sp>
    </p:spTree>
    <p:extLst>
      <p:ext uri="{BB962C8B-B14F-4D97-AF65-F5344CB8AC3E}">
        <p14:creationId xmlns:p14="http://schemas.microsoft.com/office/powerpoint/2010/main" val="300579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1A612-1234-E86C-A856-88AB31BFC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942773D-2B9E-CBCE-D5F5-54F22DF81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918" y="1028700"/>
            <a:ext cx="10614211" cy="1152712"/>
          </a:xfrm>
        </p:spPr>
        <p:txBody>
          <a:bodyPr rtlCol="0"/>
          <a:lstStyle/>
          <a:p>
            <a:pPr rtl="0"/>
            <a:r>
              <a:rPr lang="es-ES" dirty="0"/>
              <a:t>CONSULTAS Y SENTENCIAS PRINCIPALES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6DB4BCF7-970A-5EE4-8FF5-C79379FFF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08518"/>
            <a:ext cx="9144000" cy="609600"/>
          </a:xfrm>
        </p:spPr>
        <p:txBody>
          <a:bodyPr rtlCol="0"/>
          <a:lstStyle/>
          <a:p>
            <a:pPr rtl="0"/>
            <a:r>
              <a:rPr lang="es-ES" dirty="0"/>
              <a:t>SQL SERVER</a:t>
            </a:r>
          </a:p>
        </p:txBody>
      </p:sp>
    </p:spTree>
    <p:extLst>
      <p:ext uri="{BB962C8B-B14F-4D97-AF65-F5344CB8AC3E}">
        <p14:creationId xmlns:p14="http://schemas.microsoft.com/office/powerpoint/2010/main" val="2926190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CC368-94C3-4438-BABC-31C92047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52" y="945883"/>
            <a:ext cx="3446784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P01R01_BD_01_CREATE DATABASE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D5E3C6B7-507C-4330-B4B5-6B3975EF0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3</a:t>
            </a:fld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E5C918-E2A2-3CEF-9D9C-B25B7B5EA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2697" y="718850"/>
            <a:ext cx="6619987" cy="3800237"/>
          </a:xfrm>
          <a:prstGeom prst="rect">
            <a:avLst/>
          </a:prstGeom>
        </p:spPr>
      </p:pic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24B08A24-8BD1-6766-A832-7D19847F6011}"/>
              </a:ext>
            </a:extLst>
          </p:cNvPr>
          <p:cNvSpPr txBox="1">
            <a:spLocks/>
          </p:cNvSpPr>
          <p:nvPr/>
        </p:nvSpPr>
        <p:spPr>
          <a:xfrm>
            <a:off x="240750" y="1665717"/>
            <a:ext cx="3702392" cy="2866558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desarrolla la base de datos validando la sentencia con la función “IF NOT EXISTS” para crearse en caso de que no existe y que no creé una igual si ya existe. La base con la que trabajaremos será </a:t>
            </a:r>
            <a:r>
              <a:rPr lang="es-ES" dirty="0" err="1">
                <a:solidFill>
                  <a:schemeClr val="bg1"/>
                </a:solidFill>
              </a:rPr>
              <a:t>GenOct</a:t>
            </a:r>
            <a:r>
              <a:rPr lang="es-ES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8980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7AD87-052B-948A-64EC-D5D8AA409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40F9E-F7B5-F09A-2F12-4797B71A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52" y="945883"/>
            <a:ext cx="3495499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P01R01_BD_02_CREATE TABLES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C5EE25D9-A027-2446-E6F7-C3C83399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4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9E98A5BC-072C-E16F-F308-A4BD8E7C3F9A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lleva a cabo la creación de las tablas para la base de datos.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Las tablas son:</a:t>
            </a:r>
          </a:p>
          <a:p>
            <a:r>
              <a:rPr lang="es-ES" dirty="0" err="1">
                <a:solidFill>
                  <a:schemeClr val="bg1"/>
                </a:solidFill>
              </a:rPr>
              <a:t>AuditoriaProductos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Clientes</a:t>
            </a:r>
          </a:p>
          <a:p>
            <a:r>
              <a:rPr lang="es-ES" dirty="0" err="1">
                <a:solidFill>
                  <a:schemeClr val="bg1"/>
                </a:solidFill>
              </a:rPr>
              <a:t>DetallesPedido</a:t>
            </a:r>
            <a:endParaRPr lang="es-ES" dirty="0">
              <a:solidFill>
                <a:schemeClr val="bg1"/>
              </a:solidFill>
            </a:endParaRPr>
          </a:p>
          <a:p>
            <a:r>
              <a:rPr lang="es-ES" dirty="0">
                <a:solidFill>
                  <a:schemeClr val="bg1"/>
                </a:solidFill>
              </a:rPr>
              <a:t>Pedidos</a:t>
            </a:r>
          </a:p>
          <a:p>
            <a:r>
              <a:rPr lang="es-ES" dirty="0">
                <a:solidFill>
                  <a:schemeClr val="bg1"/>
                </a:solidFill>
              </a:rPr>
              <a:t>Productos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ED0883-8E79-2DE6-56D1-17B7A4371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666" y="1102134"/>
            <a:ext cx="7784584" cy="382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35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11D9-3C39-FD82-50C4-89B95FBDF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6AC02F-D951-7BDD-EB8D-956E65E7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59" y="945883"/>
            <a:ext cx="3942543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P01R01_BD_01_03_INITIAL</a:t>
            </a:r>
            <a:br>
              <a:rPr lang="es-ES" dirty="0"/>
            </a:br>
            <a:r>
              <a:rPr lang="es-ES" dirty="0"/>
              <a:t>CHARGE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F90B265A-422B-B2B6-2A49-261802880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5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A5B267A7-F015-844B-6229-E9D7D3443B9B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hace la carga inicial de datos para poder ejecutar posteriormente las demás sentencias </a:t>
            </a:r>
            <a:r>
              <a:rPr lang="es-ES" dirty="0" err="1">
                <a:solidFill>
                  <a:schemeClr val="bg1"/>
                </a:solidFill>
              </a:rPr>
              <a:t>sql</a:t>
            </a:r>
            <a:r>
              <a:rPr lang="es-ES" dirty="0">
                <a:solidFill>
                  <a:schemeClr val="bg1"/>
                </a:solidFill>
              </a:rPr>
              <a:t> y ver el funcionamiento con datos.</a:t>
            </a:r>
          </a:p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cargan datos mediante comando “INSERT” en todas las tablas excepto, </a:t>
            </a:r>
            <a:r>
              <a:rPr lang="es-ES" dirty="0" err="1">
                <a:solidFill>
                  <a:schemeClr val="bg1"/>
                </a:solidFill>
              </a:rPr>
              <a:t>AuditoriaProductos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449F5EE-E9EA-DEF4-CD79-7CD88F8B0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079" y="945883"/>
            <a:ext cx="6897598" cy="41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845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10CF5-4A79-4BF8-DA04-0FEDBAFB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321CC-EC9A-474A-18D4-14514D4B1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52" y="945883"/>
            <a:ext cx="3189383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P01R01_BD_04_Views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AEB98CFB-9960-40F4-FB2E-0E755061D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6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1D0B32F6-B8CA-D9CE-043E-36B2544B68D8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llevan a cabo las creaciones de vistas para la creación de tablas virtuales cuyo resultado puedes ver mediante un comando “SELECT”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D778CE8-F451-CA80-18F5-546A448D9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475" y="945883"/>
            <a:ext cx="5600988" cy="45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42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9E4E-68A1-B7B7-718E-FB6746DDE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1FDC5A-584B-9D4F-0003-074E01A1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52" y="945883"/>
            <a:ext cx="3702392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P01R01_BD_05_Stored</a:t>
            </a:r>
            <a:br>
              <a:rPr lang="es-ES" dirty="0"/>
            </a:br>
            <a:r>
              <a:rPr lang="es-ES" dirty="0" err="1"/>
              <a:t>procedure</a:t>
            </a:r>
            <a:endParaRPr lang="es-ES" dirty="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29EB4784-A362-47A4-B006-A844D85BE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7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9CA28B4B-FD4E-D270-873A-70086B62D845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realiza un </a:t>
            </a:r>
            <a:r>
              <a:rPr lang="es-ES" dirty="0" err="1">
                <a:solidFill>
                  <a:schemeClr val="bg1"/>
                </a:solidFill>
              </a:rPr>
              <a:t>stored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procedure</a:t>
            </a:r>
            <a:r>
              <a:rPr lang="es-ES" dirty="0">
                <a:solidFill>
                  <a:schemeClr val="bg1"/>
                </a:solidFill>
              </a:rPr>
              <a:t> que ejecuta </a:t>
            </a:r>
            <a:r>
              <a:rPr lang="es-ES" dirty="0" err="1">
                <a:solidFill>
                  <a:schemeClr val="bg1"/>
                </a:solidFill>
              </a:rPr>
              <a:t>inserts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updates</a:t>
            </a:r>
            <a:r>
              <a:rPr lang="es-ES" dirty="0">
                <a:solidFill>
                  <a:schemeClr val="bg1"/>
                </a:solidFill>
              </a:rPr>
              <a:t> y </a:t>
            </a:r>
            <a:r>
              <a:rPr lang="es-ES" dirty="0" err="1">
                <a:solidFill>
                  <a:schemeClr val="bg1"/>
                </a:solidFill>
              </a:rPr>
              <a:t>deletes</a:t>
            </a:r>
            <a:r>
              <a:rPr lang="es-ES" dirty="0">
                <a:solidFill>
                  <a:schemeClr val="bg1"/>
                </a:solidFill>
              </a:rPr>
              <a:t>. A diferencia de una función donde hace mas un calculo.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3AA901D-748E-B063-107E-6CB6823ED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606" y="801604"/>
            <a:ext cx="5547106" cy="485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1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D90B7-8C11-F0F8-017C-C1C1941F6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40E688-7858-8A63-26CD-9C5379C94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59" y="1096884"/>
            <a:ext cx="3854408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P01R01_BD_06_CONSULTAS GENERALES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B9980719-BE90-D2D4-A11A-48963F39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8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DAB378D5-F218-3596-3BD2-49C9F4A7CEF3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7DE428-5546-0BAB-0987-0C5ADC0AA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053" y="936609"/>
            <a:ext cx="6274122" cy="4521432"/>
          </a:xfrm>
          <a:prstGeom prst="rect">
            <a:avLst/>
          </a:prstGeom>
        </p:spPr>
      </p:pic>
      <p:sp>
        <p:nvSpPr>
          <p:cNvPr id="7" name="Marcador de contenido 10">
            <a:extLst>
              <a:ext uri="{FF2B5EF4-FFF2-40B4-BE49-F238E27FC236}">
                <a16:creationId xmlns:a16="http://schemas.microsoft.com/office/drawing/2014/main" id="{995FF6CA-E3FC-6D34-5761-12A004C5DED4}"/>
              </a:ext>
            </a:extLst>
          </p:cNvPr>
          <p:cNvSpPr txBox="1">
            <a:spLocks/>
          </p:cNvSpPr>
          <p:nvPr/>
        </p:nvSpPr>
        <p:spPr>
          <a:xfrm>
            <a:off x="158159" y="2129001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realiza un </a:t>
            </a:r>
            <a:r>
              <a:rPr lang="es-ES" dirty="0" err="1">
                <a:solidFill>
                  <a:schemeClr val="bg1"/>
                </a:solidFill>
              </a:rPr>
              <a:t>stored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procedure</a:t>
            </a:r>
            <a:r>
              <a:rPr lang="es-ES" dirty="0">
                <a:solidFill>
                  <a:schemeClr val="bg1"/>
                </a:solidFill>
              </a:rPr>
              <a:t> que ejecuta </a:t>
            </a:r>
            <a:r>
              <a:rPr lang="es-ES" dirty="0" err="1">
                <a:solidFill>
                  <a:schemeClr val="bg1"/>
                </a:solidFill>
              </a:rPr>
              <a:t>inserts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updates</a:t>
            </a:r>
            <a:r>
              <a:rPr lang="es-ES" dirty="0">
                <a:solidFill>
                  <a:schemeClr val="bg1"/>
                </a:solidFill>
              </a:rPr>
              <a:t> y </a:t>
            </a:r>
            <a:r>
              <a:rPr lang="es-ES" dirty="0" err="1">
                <a:solidFill>
                  <a:schemeClr val="bg1"/>
                </a:solidFill>
              </a:rPr>
              <a:t>deletes</a:t>
            </a:r>
            <a:r>
              <a:rPr lang="es-ES" dirty="0">
                <a:solidFill>
                  <a:schemeClr val="bg1"/>
                </a:solidFill>
              </a:rPr>
              <a:t>. A diferencia de una función donde hace mas un calculo.</a:t>
            </a:r>
          </a:p>
        </p:txBody>
      </p:sp>
    </p:spTree>
    <p:extLst>
      <p:ext uri="{BB962C8B-B14F-4D97-AF65-F5344CB8AC3E}">
        <p14:creationId xmlns:p14="http://schemas.microsoft.com/office/powerpoint/2010/main" val="3043144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969BD-1201-A9A8-05F5-309048106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3B04E-C305-97E3-9BB1-7F10E9B1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53" y="945883"/>
            <a:ext cx="3495498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P01R01_BD_07_TRIGGER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F435E7EC-D9BE-3FFE-271E-410A7EE8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9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68D2EE56-2080-C4E2-056F-32B57BFCC1D5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Marcador de contenido 10">
            <a:extLst>
              <a:ext uri="{FF2B5EF4-FFF2-40B4-BE49-F238E27FC236}">
                <a16:creationId xmlns:a16="http://schemas.microsoft.com/office/drawing/2014/main" id="{14EA9856-57A2-A289-804C-87A0C49CBA11}"/>
              </a:ext>
            </a:extLst>
          </p:cNvPr>
          <p:cNvSpPr txBox="1">
            <a:spLocks/>
          </p:cNvSpPr>
          <p:nvPr/>
        </p:nvSpPr>
        <p:spPr>
          <a:xfrm>
            <a:off x="158159" y="2129001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realizan los disparadores que se ejecutaran en cuanto exista alguna acción de tipo </a:t>
            </a:r>
            <a:r>
              <a:rPr lang="es-ES" dirty="0" err="1">
                <a:solidFill>
                  <a:schemeClr val="bg1"/>
                </a:solidFill>
              </a:rPr>
              <a:t>insert</a:t>
            </a:r>
            <a:r>
              <a:rPr lang="es-ES" dirty="0">
                <a:solidFill>
                  <a:schemeClr val="bg1"/>
                </a:solidFill>
              </a:rPr>
              <a:t>, </a:t>
            </a:r>
            <a:r>
              <a:rPr lang="es-ES" dirty="0" err="1">
                <a:solidFill>
                  <a:schemeClr val="bg1"/>
                </a:solidFill>
              </a:rPr>
              <a:t>update</a:t>
            </a:r>
            <a:r>
              <a:rPr lang="es-ES" dirty="0">
                <a:solidFill>
                  <a:schemeClr val="bg1"/>
                </a:solidFill>
              </a:rPr>
              <a:t> o </a:t>
            </a:r>
            <a:r>
              <a:rPr lang="es-ES" dirty="0" err="1">
                <a:solidFill>
                  <a:schemeClr val="bg1"/>
                </a:solidFill>
              </a:rPr>
              <a:t>delete</a:t>
            </a:r>
            <a:r>
              <a:rPr lang="es-ES" dirty="0">
                <a:solidFill>
                  <a:schemeClr val="bg1"/>
                </a:solidFill>
              </a:rPr>
              <a:t>. Donde se podrá actual </a:t>
            </a:r>
            <a:r>
              <a:rPr lang="es-ES" dirty="0" err="1">
                <a:solidFill>
                  <a:schemeClr val="bg1"/>
                </a:solidFill>
              </a:rPr>
              <a:t>despues</a:t>
            </a:r>
            <a:r>
              <a:rPr lang="es-ES" dirty="0">
                <a:solidFill>
                  <a:schemeClr val="bg1"/>
                </a:solidFill>
              </a:rPr>
              <a:t> de (AFTER) la acción o en lugar de (INSTEAD OF) la acción.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FB27C1-415B-6F5E-F367-7BC7DB490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867" y="945883"/>
            <a:ext cx="6364626" cy="401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50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168CB-0F5F-805F-B957-6B94005C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DD54F-B1FA-A6A7-9600-AD07FB2FD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53" y="945883"/>
            <a:ext cx="3495498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P01R01_BD_08_JOBS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44AED34E-690E-A71D-D347-6B3FCCA64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10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6DEC9F69-8AA3-50D7-EA95-C597F7D88A86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Marcador de contenido 10">
            <a:extLst>
              <a:ext uri="{FF2B5EF4-FFF2-40B4-BE49-F238E27FC236}">
                <a16:creationId xmlns:a16="http://schemas.microsoft.com/office/drawing/2014/main" id="{D6BFD662-F718-F99A-F28E-4D5EC331C677}"/>
              </a:ext>
            </a:extLst>
          </p:cNvPr>
          <p:cNvSpPr txBox="1">
            <a:spLocks/>
          </p:cNvSpPr>
          <p:nvPr/>
        </p:nvSpPr>
        <p:spPr>
          <a:xfrm>
            <a:off x="158159" y="2129001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realizan las sentencias de automatización conocidas como Jobs para crear procedimientos.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6E51A2-D9D3-572D-1200-C37914ACC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32" y="1140385"/>
            <a:ext cx="6286716" cy="36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37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47FBE-F8EE-9177-ECED-44BB7DF2B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B6EDEC2-DDE3-048C-D5AD-2203B541D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918" y="1028700"/>
            <a:ext cx="10614211" cy="1152712"/>
          </a:xfrm>
        </p:spPr>
        <p:txBody>
          <a:bodyPr rtlCol="0"/>
          <a:lstStyle/>
          <a:p>
            <a:pPr rtl="0"/>
            <a:r>
              <a:rPr lang="es-ES" dirty="0"/>
              <a:t>CONTINGENCIAS DE CONSULTAS Y SENTENCIAS PRINCIPALES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F56AA5EF-69BC-0907-543C-BC663E19D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08518"/>
            <a:ext cx="9144000" cy="609600"/>
          </a:xfrm>
        </p:spPr>
        <p:txBody>
          <a:bodyPr rtlCol="0"/>
          <a:lstStyle/>
          <a:p>
            <a:pPr rtl="0"/>
            <a:r>
              <a:rPr lang="es-ES" dirty="0"/>
              <a:t>SQL SERVER</a:t>
            </a:r>
          </a:p>
        </p:txBody>
      </p:sp>
    </p:spTree>
    <p:extLst>
      <p:ext uri="{BB962C8B-B14F-4D97-AF65-F5344CB8AC3E}">
        <p14:creationId xmlns:p14="http://schemas.microsoft.com/office/powerpoint/2010/main" val="2465692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1371C-B6C3-75D0-2F12-C98BCCC1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80678-2A26-414D-E0B8-98D34508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59" y="967917"/>
            <a:ext cx="3929099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P01R01_BD_A_CONTINGENCIA JOBS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B5C6AF97-C436-5F8A-B8CE-A6E61348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12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D896B036-2DF4-FABB-571F-703F604A226B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Marcador de contenido 10">
            <a:extLst>
              <a:ext uri="{FF2B5EF4-FFF2-40B4-BE49-F238E27FC236}">
                <a16:creationId xmlns:a16="http://schemas.microsoft.com/office/drawing/2014/main" id="{E35F2EC7-7B7E-A8EE-1D8D-E32754657D33}"/>
              </a:ext>
            </a:extLst>
          </p:cNvPr>
          <p:cNvSpPr txBox="1">
            <a:spLocks/>
          </p:cNvSpPr>
          <p:nvPr/>
        </p:nvSpPr>
        <p:spPr>
          <a:xfrm>
            <a:off x="158159" y="2129001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codifica la contingencia de retroceso de creación para los procesos de Jobs.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4A9539B-F1AE-10F3-435D-9E5D3ADC1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463" y="1101688"/>
            <a:ext cx="6509436" cy="4061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14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D812A-5D7A-F7AE-824D-9CDA555E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384B5-D9D5-9543-6487-98AC79D62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59" y="1373819"/>
            <a:ext cx="3620627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P01R01_BD_B_CONTINGENCIA TRIGGER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BD78F53A-D0A9-549B-9AE9-B2ABEBC68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13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40E5A3D8-0A3E-0DC4-7DC0-6B395233D217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Marcador de contenido 10">
            <a:extLst>
              <a:ext uri="{FF2B5EF4-FFF2-40B4-BE49-F238E27FC236}">
                <a16:creationId xmlns:a16="http://schemas.microsoft.com/office/drawing/2014/main" id="{B94100B6-4F03-A87A-124A-ED9E57532840}"/>
              </a:ext>
            </a:extLst>
          </p:cNvPr>
          <p:cNvSpPr txBox="1">
            <a:spLocks/>
          </p:cNvSpPr>
          <p:nvPr/>
        </p:nvSpPr>
        <p:spPr>
          <a:xfrm>
            <a:off x="158159" y="2129001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codifica la contingencia para los procesos para </a:t>
            </a:r>
            <a:r>
              <a:rPr lang="es-ES" dirty="0" err="1">
                <a:solidFill>
                  <a:schemeClr val="bg1"/>
                </a:solidFill>
              </a:rPr>
              <a:t>Triggers</a:t>
            </a:r>
            <a:r>
              <a:rPr lang="es-ES" dirty="0">
                <a:solidFill>
                  <a:schemeClr val="bg1"/>
                </a:solidFill>
              </a:rPr>
              <a:t> y su eliminación. Si se logran eliminar se indica con un PRINT, de lo contrario el PRINT </a:t>
            </a:r>
            <a:r>
              <a:rPr lang="es-ES" dirty="0" err="1">
                <a:solidFill>
                  <a:schemeClr val="bg1"/>
                </a:solidFill>
              </a:rPr>
              <a:t>dira</a:t>
            </a:r>
            <a:r>
              <a:rPr lang="es-ES" dirty="0">
                <a:solidFill>
                  <a:schemeClr val="bg1"/>
                </a:solidFill>
              </a:rPr>
              <a:t> que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900E9EE-A941-7A4B-1F6F-2339D7499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500" y="661026"/>
            <a:ext cx="6310962" cy="406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67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D766C-A890-AF0D-CDBD-93D6D545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E1C04-1177-70FD-B12D-94394F498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59" y="967917"/>
            <a:ext cx="3620627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P01R01_BD_C_CONTINGENCIA </a:t>
            </a:r>
            <a:r>
              <a:rPr lang="es-ES" dirty="0" err="1"/>
              <a:t>view</a:t>
            </a:r>
            <a:endParaRPr lang="es-ES" dirty="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8614ADB4-8E22-A841-B9CB-B01487F2A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14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304B9199-6056-B0CC-BA13-31E8D94D7460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Marcador de contenido 10">
            <a:extLst>
              <a:ext uri="{FF2B5EF4-FFF2-40B4-BE49-F238E27FC236}">
                <a16:creationId xmlns:a16="http://schemas.microsoft.com/office/drawing/2014/main" id="{5156FB19-F961-84A5-9F42-D0DB6C037AFF}"/>
              </a:ext>
            </a:extLst>
          </p:cNvPr>
          <p:cNvSpPr txBox="1">
            <a:spLocks/>
          </p:cNvSpPr>
          <p:nvPr/>
        </p:nvSpPr>
        <p:spPr>
          <a:xfrm>
            <a:off x="158159" y="2129001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codifica la contingencia para la eliminación de la tabla de vistas, la cual guarda un valor del </a:t>
            </a:r>
            <a:r>
              <a:rPr lang="es-ES" dirty="0" err="1">
                <a:solidFill>
                  <a:schemeClr val="bg1"/>
                </a:solidFill>
              </a:rPr>
              <a:t>select</a:t>
            </a:r>
            <a:r>
              <a:rPr lang="es-ES" dirty="0">
                <a:solidFill>
                  <a:schemeClr val="bg1"/>
                </a:solidFill>
              </a:rPr>
              <a:t> siempre que se ejecute. Por lo que se elimino ese </a:t>
            </a:r>
            <a:r>
              <a:rPr lang="es-ES" dirty="0" err="1">
                <a:solidFill>
                  <a:schemeClr val="bg1"/>
                </a:solidFill>
              </a:rPr>
              <a:t>select</a:t>
            </a:r>
            <a:r>
              <a:rPr lang="es-ES" dirty="0">
                <a:solidFill>
                  <a:schemeClr val="bg1"/>
                </a:solidFill>
              </a:rPr>
              <a:t> (la </a:t>
            </a:r>
            <a:r>
              <a:rPr lang="es-ES" dirty="0" err="1">
                <a:solidFill>
                  <a:schemeClr val="bg1"/>
                </a:solidFill>
              </a:rPr>
              <a:t>view</a:t>
            </a:r>
            <a:r>
              <a:rPr lang="es-ES" dirty="0">
                <a:solidFill>
                  <a:schemeClr val="bg1"/>
                </a:solidFill>
              </a:rPr>
              <a:t>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7AE3E2-FC8A-CE5E-AB66-2A558D345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509" y="1468708"/>
            <a:ext cx="7599495" cy="321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961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45C14-258C-C2B4-55D9-E97CB3AA8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7978F-76E8-8B52-FFB0-C7B519F6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59" y="967917"/>
            <a:ext cx="3620627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P01R01_BD_D_CONTINGENCIA </a:t>
            </a:r>
            <a:r>
              <a:rPr lang="es-ES" dirty="0" err="1"/>
              <a:t>view</a:t>
            </a:r>
            <a:endParaRPr lang="es-ES" dirty="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63FEC3EB-74C2-615A-6A81-18CEA6A9A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15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E1FBE00E-033B-41A0-00E3-08DF17C8CCD5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Marcador de contenido 10">
            <a:extLst>
              <a:ext uri="{FF2B5EF4-FFF2-40B4-BE49-F238E27FC236}">
                <a16:creationId xmlns:a16="http://schemas.microsoft.com/office/drawing/2014/main" id="{C8DEEFDF-BD27-3600-C9FF-89510762507E}"/>
              </a:ext>
            </a:extLst>
          </p:cNvPr>
          <p:cNvSpPr txBox="1">
            <a:spLocks/>
          </p:cNvSpPr>
          <p:nvPr/>
        </p:nvSpPr>
        <p:spPr>
          <a:xfrm>
            <a:off x="158159" y="2129001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codifica la contingencia para la eliminación de la tabla de vistas, la cual guarda un valor del </a:t>
            </a:r>
            <a:r>
              <a:rPr lang="es-ES" dirty="0" err="1">
                <a:solidFill>
                  <a:schemeClr val="bg1"/>
                </a:solidFill>
              </a:rPr>
              <a:t>select</a:t>
            </a:r>
            <a:r>
              <a:rPr lang="es-ES" dirty="0">
                <a:solidFill>
                  <a:schemeClr val="bg1"/>
                </a:solidFill>
              </a:rPr>
              <a:t> siempre que se ejecute. Por lo que se elimino ese </a:t>
            </a:r>
            <a:r>
              <a:rPr lang="es-ES" dirty="0" err="1">
                <a:solidFill>
                  <a:schemeClr val="bg1"/>
                </a:solidFill>
              </a:rPr>
              <a:t>select</a:t>
            </a:r>
            <a:r>
              <a:rPr lang="es-ES" dirty="0">
                <a:solidFill>
                  <a:schemeClr val="bg1"/>
                </a:solidFill>
              </a:rPr>
              <a:t> (la </a:t>
            </a:r>
            <a:r>
              <a:rPr lang="es-ES" dirty="0" err="1">
                <a:solidFill>
                  <a:schemeClr val="bg1"/>
                </a:solidFill>
              </a:rPr>
              <a:t>view</a:t>
            </a:r>
            <a:r>
              <a:rPr lang="es-ES" dirty="0">
                <a:solidFill>
                  <a:schemeClr val="bg1"/>
                </a:solidFill>
              </a:rPr>
              <a:t>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6DF020-4A52-5858-95FB-F55E43586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509" y="1468708"/>
            <a:ext cx="7599495" cy="3211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38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F7B51-7A06-D1AB-CE21-90D567771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23E86-1435-368A-5598-3EF738364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24" y="1496896"/>
            <a:ext cx="3620627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P01R01_BD_E_CONTINGENCIA Carga Inicial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EBC246F5-6451-E2FE-D781-190BE5259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16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D5B86006-6AD0-BE9A-1499-4F5E952AB4D4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Marcador de contenido 10">
            <a:extLst>
              <a:ext uri="{FF2B5EF4-FFF2-40B4-BE49-F238E27FC236}">
                <a16:creationId xmlns:a16="http://schemas.microsoft.com/office/drawing/2014/main" id="{67FD8631-C9B1-F920-B5B7-D63D8B9BCF48}"/>
              </a:ext>
            </a:extLst>
          </p:cNvPr>
          <p:cNvSpPr txBox="1">
            <a:spLocks/>
          </p:cNvSpPr>
          <p:nvPr/>
        </p:nvSpPr>
        <p:spPr>
          <a:xfrm>
            <a:off x="158159" y="2682871"/>
            <a:ext cx="3702392" cy="2476050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codifica la contingencia para la eliminación de los datos de la carga inicial. Las cargas afectadas son:</a:t>
            </a:r>
          </a:p>
          <a:p>
            <a:r>
              <a:rPr lang="es-ES" dirty="0">
                <a:solidFill>
                  <a:schemeClr val="bg1"/>
                </a:solidFill>
              </a:rPr>
              <a:t>Clientes</a:t>
            </a:r>
          </a:p>
          <a:p>
            <a:r>
              <a:rPr lang="es-ES" dirty="0">
                <a:solidFill>
                  <a:schemeClr val="bg1"/>
                </a:solidFill>
              </a:rPr>
              <a:t>Pedidos</a:t>
            </a:r>
          </a:p>
          <a:p>
            <a:r>
              <a:rPr lang="es-ES" dirty="0">
                <a:solidFill>
                  <a:schemeClr val="bg1"/>
                </a:solidFill>
              </a:rPr>
              <a:t>Productos</a:t>
            </a:r>
          </a:p>
          <a:p>
            <a:r>
              <a:rPr lang="es-ES" dirty="0" err="1">
                <a:solidFill>
                  <a:schemeClr val="bg1"/>
                </a:solidFill>
              </a:rPr>
              <a:t>DetallesPedido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68851BE-90EB-54AD-57BC-AD4BAD3E1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228" y="1229148"/>
            <a:ext cx="6235673" cy="392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72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0B882-0E2F-3058-F6D9-00843C340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A6594-ECB3-D73B-D21C-7F0678E19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24" y="1496896"/>
            <a:ext cx="3803266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P01R01_BD_F_CONTINGENCIA créate tables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14218ECB-3FFE-B391-7908-B1362D763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17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FE97A7D2-3E0C-E4D3-87FD-1A0AFE1AF0C3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Marcador de contenido 10">
            <a:extLst>
              <a:ext uri="{FF2B5EF4-FFF2-40B4-BE49-F238E27FC236}">
                <a16:creationId xmlns:a16="http://schemas.microsoft.com/office/drawing/2014/main" id="{C28A0980-B928-1E8B-05AE-47B41D4722F0}"/>
              </a:ext>
            </a:extLst>
          </p:cNvPr>
          <p:cNvSpPr txBox="1">
            <a:spLocks/>
          </p:cNvSpPr>
          <p:nvPr/>
        </p:nvSpPr>
        <p:spPr>
          <a:xfrm>
            <a:off x="158159" y="2682871"/>
            <a:ext cx="3702392" cy="2476050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codifica la contingencia para la eliminación de las tablas </a:t>
            </a:r>
            <a:r>
              <a:rPr lang="es-ES" dirty="0" err="1">
                <a:solidFill>
                  <a:schemeClr val="bg1"/>
                </a:solidFill>
              </a:rPr>
              <a:t>dento</a:t>
            </a:r>
            <a:r>
              <a:rPr lang="es-ES" dirty="0">
                <a:solidFill>
                  <a:schemeClr val="bg1"/>
                </a:solidFill>
              </a:rPr>
              <a:t> de la base de datos.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295FD04-B813-925A-2F38-B6E8999B1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464" y="1167788"/>
            <a:ext cx="7484928" cy="3815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67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A27C-0BC4-40F7-220D-FB854EB24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740E-F767-3155-175B-FD300378E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24" y="1496896"/>
            <a:ext cx="3803266" cy="620974"/>
          </a:xfrm>
        </p:spPr>
        <p:txBody>
          <a:bodyPr rtlCol="0">
            <a:normAutofit fontScale="90000"/>
          </a:bodyPr>
          <a:lstStyle/>
          <a:p>
            <a:pPr rtl="0"/>
            <a:r>
              <a:rPr lang="es-ES" dirty="0"/>
              <a:t>P01R01_BD_G_CONTINGENCIA créate </a:t>
            </a:r>
            <a:r>
              <a:rPr lang="es-ES" dirty="0" err="1"/>
              <a:t>database</a:t>
            </a:r>
            <a:endParaRPr lang="es-ES" dirty="0"/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83DAF502-B125-B6B7-EABA-0920667E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9678" y="6408742"/>
            <a:ext cx="438652" cy="448830"/>
          </a:xfrm>
        </p:spPr>
        <p:txBody>
          <a:bodyPr rtlCol="0"/>
          <a:lstStyle/>
          <a:p>
            <a:pPr rtl="0"/>
            <a:fld id="{39A857F5-96C8-461D-A78C-38E92FE1C522}" type="slidenum">
              <a:rPr lang="es-ES" smtClean="0"/>
              <a:pPr rtl="0"/>
              <a:t>18</a:t>
            </a:fld>
            <a:endParaRPr lang="es-ES" dirty="0"/>
          </a:p>
        </p:txBody>
      </p:sp>
      <p:sp>
        <p:nvSpPr>
          <p:cNvPr id="21" name="Marcador de contenido 10">
            <a:extLst>
              <a:ext uri="{FF2B5EF4-FFF2-40B4-BE49-F238E27FC236}">
                <a16:creationId xmlns:a16="http://schemas.microsoft.com/office/drawing/2014/main" id="{BC8DD570-32F9-4A44-5B03-ECEE64C7259D}"/>
              </a:ext>
            </a:extLst>
          </p:cNvPr>
          <p:cNvSpPr txBox="1">
            <a:spLocks/>
          </p:cNvSpPr>
          <p:nvPr/>
        </p:nvSpPr>
        <p:spPr>
          <a:xfrm>
            <a:off x="158159" y="2061897"/>
            <a:ext cx="3702392" cy="4504156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7" name="Marcador de contenido 10">
            <a:extLst>
              <a:ext uri="{FF2B5EF4-FFF2-40B4-BE49-F238E27FC236}">
                <a16:creationId xmlns:a16="http://schemas.microsoft.com/office/drawing/2014/main" id="{58DFB759-173A-8761-9DF7-6C7EEC39D2AB}"/>
              </a:ext>
            </a:extLst>
          </p:cNvPr>
          <p:cNvSpPr txBox="1">
            <a:spLocks/>
          </p:cNvSpPr>
          <p:nvPr/>
        </p:nvSpPr>
        <p:spPr>
          <a:xfrm>
            <a:off x="158159" y="2682871"/>
            <a:ext cx="3702392" cy="2476050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Se codifica la contingencia para la eliminación de la Base de datos.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1F7698-D357-A1BF-FA57-5DD26E0B7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465" y="1067843"/>
            <a:ext cx="6360081" cy="436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34050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4515822.tgt.Office_50301352_TF89309463_Win32_OJ112196155" id="{E51DAF1E-F475-4A7E-8E96-8CBC4DF1EE16}" vid="{10A6C42A-3BF8-4F31-911D-BCA204826706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C51EB17-D597-42E7-995C-18B75FCBF2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E43E0E-1DE3-4D32-85EB-739731B9E7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B9123E8-1B6B-49B5-873D-A8D01C369B6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Diseño de aumento de degradado</Template>
  <TotalTime>1465</TotalTime>
  <Words>563</Words>
  <Application>Microsoft Office PowerPoint</Application>
  <PresentationFormat>Panorámica</PresentationFormat>
  <Paragraphs>63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Avenir Next LT Pro</vt:lpstr>
      <vt:lpstr>Avenir Next LT Pro Light</vt:lpstr>
      <vt:lpstr>Calibri</vt:lpstr>
      <vt:lpstr>GradientRiseVTI</vt:lpstr>
      <vt:lpstr>SENTENCIAS SQL SERVER</vt:lpstr>
      <vt:lpstr>CONSULTAS Y SENTENCIAS PRINCIPALES</vt:lpstr>
      <vt:lpstr>P01R01_BD_01_CREATE DATABASE</vt:lpstr>
      <vt:lpstr>P01R01_BD_02_CREATE TABLES</vt:lpstr>
      <vt:lpstr>P01R01_BD_01_03_INITIAL CHARGE</vt:lpstr>
      <vt:lpstr>P01R01_BD_04_Views</vt:lpstr>
      <vt:lpstr>P01R01_BD_05_Stored procedure</vt:lpstr>
      <vt:lpstr>P01R01_BD_06_CONSULTAS GENERALES</vt:lpstr>
      <vt:lpstr>P01R01_BD_07_TRIGGER</vt:lpstr>
      <vt:lpstr>P01R01_BD_08_JOBS</vt:lpstr>
      <vt:lpstr>CONTINGENCIAS DE CONSULTAS Y SENTENCIAS PRINCIPALES</vt:lpstr>
      <vt:lpstr>P01R01_BD_A_CONTINGENCIA JOBS</vt:lpstr>
      <vt:lpstr>P01R01_BD_B_CONTINGENCIA TRIGGER</vt:lpstr>
      <vt:lpstr>P01R01_BD_C_CONTINGENCIA view</vt:lpstr>
      <vt:lpstr>P01R01_BD_D_CONTINGENCIA view</vt:lpstr>
      <vt:lpstr>P01R01_BD_E_CONTINGENCIA Carga Inicial</vt:lpstr>
      <vt:lpstr>P01R01_BD_F_CONTINGENCIA créate tables</vt:lpstr>
      <vt:lpstr>P01R01_BD_G_CONTINGENCIA créate database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DARIO GARCIA JUAREZ</dc:creator>
  <cp:lastModifiedBy>DARIO GARCIA JUAREZ</cp:lastModifiedBy>
  <cp:revision>3</cp:revision>
  <dcterms:created xsi:type="dcterms:W3CDTF">2026-10-02T05:41:41Z</dcterms:created>
  <dcterms:modified xsi:type="dcterms:W3CDTF">2026-10-03T06:07:40Z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